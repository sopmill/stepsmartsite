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4"/>
    <p:sldMasterId id="214748370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Work Sans ExtraLight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Nunito"/>
      <p:regular r:id="rId31"/>
      <p:bold r:id="rId32"/>
      <p:italic r:id="rId33"/>
      <p:boldItalic r:id="rId34"/>
    </p:embeddedFont>
    <p:embeddedFont>
      <p:font typeface="Work Sans Black"/>
      <p:bold r:id="rId35"/>
      <p:boldItalic r:id="rId36"/>
    </p:embeddedFont>
    <p:embeddedFont>
      <p:font typeface="Work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WorkSansExtraLight-bold.fntdata"/><Relationship Id="rId23" Type="http://schemas.openxmlformats.org/officeDocument/2006/relationships/font" Target="fonts/WorkSansExtra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WorkSansExtraLight-boldItalic.fntdata"/><Relationship Id="rId25" Type="http://schemas.openxmlformats.org/officeDocument/2006/relationships/font" Target="fonts/WorkSansExtraLight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Nunito-italic.fntdata"/><Relationship Id="rId10" Type="http://schemas.openxmlformats.org/officeDocument/2006/relationships/slide" Target="slides/slide4.xml"/><Relationship Id="rId32" Type="http://schemas.openxmlformats.org/officeDocument/2006/relationships/font" Target="fonts/Nunito-bold.fntdata"/><Relationship Id="rId13" Type="http://schemas.openxmlformats.org/officeDocument/2006/relationships/slide" Target="slides/slide7.xml"/><Relationship Id="rId35" Type="http://schemas.openxmlformats.org/officeDocument/2006/relationships/font" Target="fonts/WorkSansBlack-bold.fntdata"/><Relationship Id="rId12" Type="http://schemas.openxmlformats.org/officeDocument/2006/relationships/slide" Target="slides/slide6.xml"/><Relationship Id="rId34" Type="http://schemas.openxmlformats.org/officeDocument/2006/relationships/font" Target="fonts/Nunito-boldItalic.fntdata"/><Relationship Id="rId15" Type="http://schemas.openxmlformats.org/officeDocument/2006/relationships/slide" Target="slides/slide9.xml"/><Relationship Id="rId37" Type="http://schemas.openxmlformats.org/officeDocument/2006/relationships/font" Target="fonts/WorkSans-regular.fntdata"/><Relationship Id="rId14" Type="http://schemas.openxmlformats.org/officeDocument/2006/relationships/slide" Target="slides/slide8.xml"/><Relationship Id="rId36" Type="http://schemas.openxmlformats.org/officeDocument/2006/relationships/font" Target="fonts/WorkSansBlack-boldItalic.fntdata"/><Relationship Id="rId17" Type="http://schemas.openxmlformats.org/officeDocument/2006/relationships/slide" Target="slides/slide11.xml"/><Relationship Id="rId39" Type="http://schemas.openxmlformats.org/officeDocument/2006/relationships/font" Target="fonts/WorkSans-italic.fntdata"/><Relationship Id="rId16" Type="http://schemas.openxmlformats.org/officeDocument/2006/relationships/slide" Target="slides/slide10.xml"/><Relationship Id="rId38" Type="http://schemas.openxmlformats.org/officeDocument/2006/relationships/font" Target="fonts/Work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4151bb82e0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4151bb82e0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4151bb82e0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4151bb82e0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38b16defc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38b16defc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4151bb82e0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4151bb82e0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4151bb82e0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4151bb82e0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4151bb82e0_0_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4151bb82e0_0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4151bb82e0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4151bb82e0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4151bb82e0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4151bb82e0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4151bb82e0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4151bb82e0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38b16defc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38b16defc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38b16defc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38b16defc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4151bb82e0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4151bb82e0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4151bb82e0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4151bb82e0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4151bb82e0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4151bb82e0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4151bb82e0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4151bb82e0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4151bb82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4151bb82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accent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>
            <p:ph idx="2" type="pic"/>
          </p:nvPr>
        </p:nvSpPr>
        <p:spPr>
          <a:xfrm>
            <a:off x="6148575" y="0"/>
            <a:ext cx="2995500" cy="14256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5"/>
          <p:cNvSpPr/>
          <p:nvPr>
            <p:ph idx="3" type="pic"/>
          </p:nvPr>
        </p:nvSpPr>
        <p:spPr>
          <a:xfrm>
            <a:off x="6148575" y="3803400"/>
            <a:ext cx="2995500" cy="134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5"/>
          <p:cNvSpPr txBox="1"/>
          <p:nvPr>
            <p:ph type="title"/>
          </p:nvPr>
        </p:nvSpPr>
        <p:spPr>
          <a:xfrm>
            <a:off x="740693" y="1"/>
            <a:ext cx="3531000" cy="108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35"/>
          <p:cNvSpPr/>
          <p:nvPr>
            <p:ph idx="4" type="pic"/>
          </p:nvPr>
        </p:nvSpPr>
        <p:spPr>
          <a:xfrm>
            <a:off x="2962800" y="3803400"/>
            <a:ext cx="3185700" cy="13428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5"/>
          <p:cNvSpPr/>
          <p:nvPr>
            <p:ph idx="5" type="pic"/>
          </p:nvPr>
        </p:nvSpPr>
        <p:spPr>
          <a:xfrm>
            <a:off x="664500" y="1341525"/>
            <a:ext cx="3831300" cy="1833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accen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/>
          <p:nvPr/>
        </p:nvSpPr>
        <p:spPr>
          <a:xfrm rot="5400000">
            <a:off x="2419800" y="-1953625"/>
            <a:ext cx="4276500" cy="865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6"/>
          <p:cNvSpPr txBox="1"/>
          <p:nvPr>
            <p:ph type="title"/>
          </p:nvPr>
        </p:nvSpPr>
        <p:spPr>
          <a:xfrm>
            <a:off x="438912" y="457200"/>
            <a:ext cx="82023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186" name="Google Shape;186;p36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6"/>
          <p:cNvSpPr txBox="1"/>
          <p:nvPr>
            <p:ph idx="1" type="body"/>
          </p:nvPr>
        </p:nvSpPr>
        <p:spPr>
          <a:xfrm>
            <a:off x="454600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88" name="Google Shape;188;p36"/>
          <p:cNvSpPr txBox="1"/>
          <p:nvPr>
            <p:ph idx="2" type="body"/>
          </p:nvPr>
        </p:nvSpPr>
        <p:spPr>
          <a:xfrm>
            <a:off x="687925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9" name="Google Shape;189;p36"/>
          <p:cNvSpPr txBox="1"/>
          <p:nvPr>
            <p:ph idx="3" type="body"/>
          </p:nvPr>
        </p:nvSpPr>
        <p:spPr>
          <a:xfrm>
            <a:off x="454600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4" type="body"/>
          </p:nvPr>
        </p:nvSpPr>
        <p:spPr>
          <a:xfrm>
            <a:off x="687925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1" name="Google Shape;191;p36"/>
          <p:cNvSpPr txBox="1"/>
          <p:nvPr>
            <p:ph idx="5" type="body"/>
          </p:nvPr>
        </p:nvSpPr>
        <p:spPr>
          <a:xfrm>
            <a:off x="2684925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92" name="Google Shape;192;p36"/>
          <p:cNvSpPr txBox="1"/>
          <p:nvPr>
            <p:ph idx="6" type="body"/>
          </p:nvPr>
        </p:nvSpPr>
        <p:spPr>
          <a:xfrm>
            <a:off x="2918250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3" name="Google Shape;193;p36"/>
          <p:cNvSpPr txBox="1"/>
          <p:nvPr>
            <p:ph idx="7" type="body"/>
          </p:nvPr>
        </p:nvSpPr>
        <p:spPr>
          <a:xfrm>
            <a:off x="2684925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94" name="Google Shape;194;p36"/>
          <p:cNvSpPr txBox="1"/>
          <p:nvPr>
            <p:ph idx="8" type="body"/>
          </p:nvPr>
        </p:nvSpPr>
        <p:spPr>
          <a:xfrm>
            <a:off x="2918250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5" name="Google Shape;195;p36"/>
          <p:cNvSpPr txBox="1"/>
          <p:nvPr>
            <p:ph idx="9" type="body"/>
          </p:nvPr>
        </p:nvSpPr>
        <p:spPr>
          <a:xfrm>
            <a:off x="4901400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96" name="Google Shape;196;p36"/>
          <p:cNvSpPr txBox="1"/>
          <p:nvPr>
            <p:ph idx="13" type="body"/>
          </p:nvPr>
        </p:nvSpPr>
        <p:spPr>
          <a:xfrm>
            <a:off x="5134725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7" name="Google Shape;197;p36"/>
          <p:cNvSpPr txBox="1"/>
          <p:nvPr>
            <p:ph idx="14" type="body"/>
          </p:nvPr>
        </p:nvSpPr>
        <p:spPr>
          <a:xfrm>
            <a:off x="4901400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98" name="Google Shape;198;p36"/>
          <p:cNvSpPr txBox="1"/>
          <p:nvPr>
            <p:ph idx="15" type="body"/>
          </p:nvPr>
        </p:nvSpPr>
        <p:spPr>
          <a:xfrm>
            <a:off x="5134725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9" name="Google Shape;199;p36"/>
          <p:cNvSpPr txBox="1"/>
          <p:nvPr>
            <p:ph idx="16" type="body"/>
          </p:nvPr>
        </p:nvSpPr>
        <p:spPr>
          <a:xfrm>
            <a:off x="7117875" y="1565585"/>
            <a:ext cx="1541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00" name="Google Shape;200;p36"/>
          <p:cNvSpPr txBox="1"/>
          <p:nvPr>
            <p:ph idx="17" type="body"/>
          </p:nvPr>
        </p:nvSpPr>
        <p:spPr>
          <a:xfrm>
            <a:off x="7350149" y="1690985"/>
            <a:ext cx="1309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1" name="Google Shape;201;p36"/>
          <p:cNvSpPr txBox="1"/>
          <p:nvPr>
            <p:ph idx="18" type="body"/>
          </p:nvPr>
        </p:nvSpPr>
        <p:spPr>
          <a:xfrm>
            <a:off x="7117875" y="2516416"/>
            <a:ext cx="1541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02" name="Google Shape;202;p36"/>
          <p:cNvSpPr txBox="1"/>
          <p:nvPr>
            <p:ph idx="19" type="body"/>
          </p:nvPr>
        </p:nvSpPr>
        <p:spPr>
          <a:xfrm>
            <a:off x="7350149" y="2641816"/>
            <a:ext cx="1309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3" name="Google Shape;203;p36"/>
          <p:cNvSpPr txBox="1"/>
          <p:nvPr>
            <p:ph idx="20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04" name="Google Shape;204;p36"/>
          <p:cNvSpPr txBox="1"/>
          <p:nvPr>
            <p:ph idx="21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05" name="Google Shape;205;p36"/>
          <p:cNvSpPr txBox="1"/>
          <p:nvPr>
            <p:ph idx="22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cxnSp>
        <p:nvCxnSpPr>
          <p:cNvPr id="206" name="Google Shape;206;p36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6">
          <p15:clr>
            <a:srgbClr val="E46962"/>
          </p15:clr>
        </p15:guide>
        <p15:guide id="2" pos="5455">
          <p15:clr>
            <a:srgbClr val="E46962"/>
          </p15:clr>
        </p15:guide>
        <p15:guide id="3" pos="1688">
          <p15:clr>
            <a:srgbClr val="E46962"/>
          </p15:clr>
        </p15:guide>
        <p15:guide id="4" pos="3087">
          <p15:clr>
            <a:srgbClr val="E46962"/>
          </p15:clr>
        </p15:guide>
        <p15:guide id="5" pos="4484">
          <p15:clr>
            <a:srgbClr val="E46962"/>
          </p15:clr>
        </p15:guide>
        <p15:guide id="6" pos="1262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 Summary" type="tx">
  <p:cSld name="TITLE_AND_BODY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7"/>
          <p:cNvSpPr txBox="1"/>
          <p:nvPr>
            <p:ph type="title"/>
          </p:nvPr>
        </p:nvSpPr>
        <p:spPr>
          <a:xfrm>
            <a:off x="440663" y="612669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37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11" name="Google Shape;211;p37"/>
          <p:cNvSpPr/>
          <p:nvPr>
            <p:ph idx="2" type="pic"/>
          </p:nvPr>
        </p:nvSpPr>
        <p:spPr>
          <a:xfrm>
            <a:off x="456025" y="2138426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37"/>
          <p:cNvSpPr txBox="1"/>
          <p:nvPr>
            <p:ph idx="3" type="subTitle"/>
          </p:nvPr>
        </p:nvSpPr>
        <p:spPr>
          <a:xfrm>
            <a:off x="453325" y="3530474"/>
            <a:ext cx="22836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13" name="Google Shape;213;p37"/>
          <p:cNvSpPr/>
          <p:nvPr/>
        </p:nvSpPr>
        <p:spPr>
          <a:xfrm rot="5400000">
            <a:off x="2419450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7"/>
          <p:cNvSpPr txBox="1"/>
          <p:nvPr>
            <p:ph idx="4" type="body"/>
          </p:nvPr>
        </p:nvSpPr>
        <p:spPr>
          <a:xfrm>
            <a:off x="3412150" y="3803400"/>
            <a:ext cx="22770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15" name="Google Shape;215;p37"/>
          <p:cNvSpPr/>
          <p:nvPr>
            <p:ph idx="5" type="pic"/>
          </p:nvPr>
        </p:nvSpPr>
        <p:spPr>
          <a:xfrm>
            <a:off x="3418600" y="2138400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7"/>
          <p:cNvSpPr txBox="1"/>
          <p:nvPr>
            <p:ph idx="6" type="subTitle"/>
          </p:nvPr>
        </p:nvSpPr>
        <p:spPr>
          <a:xfrm>
            <a:off x="3415900" y="3530474"/>
            <a:ext cx="22836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17" name="Google Shape;217;p37"/>
          <p:cNvSpPr/>
          <p:nvPr/>
        </p:nvSpPr>
        <p:spPr>
          <a:xfrm rot="5400000">
            <a:off x="53820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7"/>
          <p:cNvSpPr txBox="1"/>
          <p:nvPr>
            <p:ph idx="7" type="body"/>
          </p:nvPr>
        </p:nvSpPr>
        <p:spPr>
          <a:xfrm>
            <a:off x="6374725" y="3803250"/>
            <a:ext cx="22770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19" name="Google Shape;219;p37"/>
          <p:cNvSpPr/>
          <p:nvPr>
            <p:ph idx="8" type="pic"/>
          </p:nvPr>
        </p:nvSpPr>
        <p:spPr>
          <a:xfrm>
            <a:off x="6381175" y="2138400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37"/>
          <p:cNvSpPr txBox="1"/>
          <p:nvPr>
            <p:ph idx="9" type="subTitle"/>
          </p:nvPr>
        </p:nvSpPr>
        <p:spPr>
          <a:xfrm>
            <a:off x="6378475" y="3530474"/>
            <a:ext cx="22836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37"/>
          <p:cNvSpPr txBox="1"/>
          <p:nvPr>
            <p:ph idx="13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37"/>
          <p:cNvSpPr txBox="1"/>
          <p:nvPr>
            <p:ph idx="1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4" name="Google Shape;224;p37"/>
          <p:cNvSpPr txBox="1"/>
          <p:nvPr>
            <p:ph idx="1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225" name="Google Shape;225;p37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7"/>
          <p:cNvSpPr txBox="1"/>
          <p:nvPr>
            <p:ph idx="16" type="body"/>
          </p:nvPr>
        </p:nvSpPr>
        <p:spPr>
          <a:xfrm>
            <a:off x="449575" y="3803400"/>
            <a:ext cx="22875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6">
          <p15:clr>
            <a:srgbClr val="E46962"/>
          </p15:clr>
        </p15:guide>
        <p15:guide id="2" pos="1724">
          <p15:clr>
            <a:srgbClr val="E46962"/>
          </p15:clr>
        </p15:guide>
        <p15:guide id="3" pos="2153">
          <p15:clr>
            <a:srgbClr val="E46962"/>
          </p15:clr>
        </p15:guide>
        <p15:guide id="4" pos="4016">
          <p15:clr>
            <a:srgbClr val="E46962"/>
          </p15:clr>
        </p15:guide>
        <p15:guide id="5" pos="5450">
          <p15:clr>
            <a:srgbClr val="E46962"/>
          </p15:clr>
        </p15:guide>
        <p15:guide id="6" pos="3584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 type="twoColTx">
  <p:cSld name="TITLE_AND_TWO_COLUMNS">
    <p:bg>
      <p:bgPr>
        <a:solidFill>
          <a:schemeClr val="accent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783675" y="193215"/>
            <a:ext cx="7837500" cy="180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600"/>
              <a:buFont typeface="Work Sans ExtraLight"/>
              <a:buNone/>
              <a:defRPr sz="14600">
                <a:solidFill>
                  <a:schemeClr val="accent1"/>
                </a:solidFill>
                <a:latin typeface="Work Sans ExtraLight"/>
                <a:ea typeface="Work Sans ExtraLight"/>
                <a:cs typeface="Work Sans ExtraLight"/>
                <a:sym typeface="Work San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229" name="Google Shape;229;p38"/>
          <p:cNvSpPr txBox="1"/>
          <p:nvPr>
            <p:ph idx="2" type="title"/>
          </p:nvPr>
        </p:nvSpPr>
        <p:spPr>
          <a:xfrm>
            <a:off x="783675" y="1937719"/>
            <a:ext cx="78375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230" name="Google Shape;230;p38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38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233" name="Google Shape;233;p38"/>
          <p:cNvSpPr txBox="1"/>
          <p:nvPr>
            <p:ph idx="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234" name="Google Shape;234;p38"/>
          <p:cNvSpPr txBox="1"/>
          <p:nvPr>
            <p:ph idx="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235" name="Google Shape;235;p38"/>
          <p:cNvSpPr/>
          <p:nvPr>
            <p:ph idx="5" type="pic"/>
          </p:nvPr>
        </p:nvSpPr>
        <p:spPr>
          <a:xfrm>
            <a:off x="8169375" y="3803400"/>
            <a:ext cx="713400" cy="712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 type="titleOnly">
  <p:cSld name="TITLE_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9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39" name="Google Shape;239;p39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1" name="Google Shape;241;p39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9"/>
          <p:cNvSpPr txBox="1"/>
          <p:nvPr>
            <p:ph idx="2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3" name="Google Shape;243;p39"/>
          <p:cNvSpPr txBox="1"/>
          <p:nvPr>
            <p:ph idx="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4" name="Google Shape;244;p39"/>
          <p:cNvSpPr txBox="1"/>
          <p:nvPr>
            <p:ph idx="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5" name="Google Shape;245;p39"/>
          <p:cNvSpPr txBox="1"/>
          <p:nvPr>
            <p:ph idx="5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46" name="Google Shape;246;p39"/>
          <p:cNvSpPr/>
          <p:nvPr>
            <p:ph idx="6" type="pic"/>
          </p:nvPr>
        </p:nvSpPr>
        <p:spPr>
          <a:xfrm>
            <a:off x="3191025" y="237725"/>
            <a:ext cx="5687100" cy="40410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idx="7" type="body"/>
          </p:nvPr>
        </p:nvSpPr>
        <p:spPr>
          <a:xfrm>
            <a:off x="3191400" y="4417843"/>
            <a:ext cx="5687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 Palette">
  <p:cSld name="ONE_COLUMN_TEXT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40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0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3280618" y="4269035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6138193" y="4269035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3280618" y="31975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6138193" y="31975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7" name="Google Shape;257;p40"/>
          <p:cNvSpPr txBox="1"/>
          <p:nvPr>
            <p:ph idx="7" type="body"/>
          </p:nvPr>
        </p:nvSpPr>
        <p:spPr>
          <a:xfrm>
            <a:off x="3280618" y="212975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8" name="Google Shape;258;p40"/>
          <p:cNvSpPr txBox="1"/>
          <p:nvPr>
            <p:ph idx="8" type="body"/>
          </p:nvPr>
        </p:nvSpPr>
        <p:spPr>
          <a:xfrm>
            <a:off x="6138193" y="212975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9" name="Google Shape;259;p40"/>
          <p:cNvSpPr txBox="1"/>
          <p:nvPr>
            <p:ph idx="9" type="body"/>
          </p:nvPr>
        </p:nvSpPr>
        <p:spPr>
          <a:xfrm>
            <a:off x="3280618" y="10620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60" name="Google Shape;260;p40"/>
          <p:cNvSpPr txBox="1"/>
          <p:nvPr>
            <p:ph idx="13" type="body"/>
          </p:nvPr>
        </p:nvSpPr>
        <p:spPr>
          <a:xfrm>
            <a:off x="6138193" y="10620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61" name="Google Shape;261;p40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62" name="Google Shape;262;p40"/>
          <p:cNvSpPr txBox="1"/>
          <p:nvPr>
            <p:ph idx="1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265" name="Google Shape;265;p40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Analysis">
  <p:cSld name="MAIN_POIN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idx="1" type="body"/>
          </p:nvPr>
        </p:nvSpPr>
        <p:spPr>
          <a:xfrm rot="-5400000">
            <a:off x="2880627" y="2439527"/>
            <a:ext cx="16713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68" name="Google Shape;268;p41"/>
          <p:cNvSpPr txBox="1"/>
          <p:nvPr>
            <p:ph idx="2" type="body"/>
          </p:nvPr>
        </p:nvSpPr>
        <p:spPr>
          <a:xfrm>
            <a:off x="7799175" y="3062475"/>
            <a:ext cx="1083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69" name="Google Shape;269;p41"/>
          <p:cNvSpPr/>
          <p:nvPr>
            <p:ph idx="3" type="pic"/>
          </p:nvPr>
        </p:nvSpPr>
        <p:spPr>
          <a:xfrm>
            <a:off x="3932100" y="1663275"/>
            <a:ext cx="34926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41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41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1"/>
          <p:cNvSpPr txBox="1"/>
          <p:nvPr>
            <p:ph idx="4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73" name="Google Shape;273;p41"/>
          <p:cNvSpPr txBox="1"/>
          <p:nvPr>
            <p:ph idx="5" type="body"/>
          </p:nvPr>
        </p:nvSpPr>
        <p:spPr>
          <a:xfrm>
            <a:off x="7799263" y="2288525"/>
            <a:ext cx="1083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74" name="Google Shape;274;p41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75" name="Google Shape;275;p41"/>
          <p:cNvSpPr txBox="1"/>
          <p:nvPr>
            <p:ph idx="6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6" name="Google Shape;276;p41"/>
          <p:cNvSpPr txBox="1"/>
          <p:nvPr>
            <p:ph idx="7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7" name="Google Shape;277;p41"/>
          <p:cNvSpPr txBox="1"/>
          <p:nvPr>
            <p:ph idx="8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8" name="Google Shape;278;p41"/>
          <p:cNvSpPr txBox="1"/>
          <p:nvPr>
            <p:ph idx="9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cxnSp>
        <p:nvCxnSpPr>
          <p:cNvPr id="279" name="Google Shape;279;p41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41"/>
          <p:cNvSpPr txBox="1"/>
          <p:nvPr>
            <p:ph idx="13" type="body"/>
          </p:nvPr>
        </p:nvSpPr>
        <p:spPr>
          <a:xfrm>
            <a:off x="4600975" y="3469432"/>
            <a:ext cx="22263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 Use">
  <p:cSld name="SECTION_TITLE_AND_DESCRIPTION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/>
          <p:nvPr>
            <p:ph idx="2" type="pic"/>
          </p:nvPr>
        </p:nvSpPr>
        <p:spPr>
          <a:xfrm>
            <a:off x="6044400" y="2376600"/>
            <a:ext cx="28383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42"/>
          <p:cNvSpPr/>
          <p:nvPr>
            <p:ph idx="3" type="pic"/>
          </p:nvPr>
        </p:nvSpPr>
        <p:spPr>
          <a:xfrm>
            <a:off x="6044400" y="237000"/>
            <a:ext cx="28383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42"/>
          <p:cNvSpPr/>
          <p:nvPr>
            <p:ph idx="4" type="pic"/>
          </p:nvPr>
        </p:nvSpPr>
        <p:spPr>
          <a:xfrm>
            <a:off x="3191400" y="2377325"/>
            <a:ext cx="28530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2"/>
          <p:cNvSpPr/>
          <p:nvPr>
            <p:ph idx="5" type="pic"/>
          </p:nvPr>
        </p:nvSpPr>
        <p:spPr>
          <a:xfrm>
            <a:off x="3191400" y="237725"/>
            <a:ext cx="28530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2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42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2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89" name="Google Shape;289;p42"/>
          <p:cNvSpPr txBox="1"/>
          <p:nvPr>
            <p:ph idx="6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90" name="Google Shape;290;p42"/>
          <p:cNvSpPr/>
          <p:nvPr>
            <p:ph idx="7" type="pic"/>
          </p:nvPr>
        </p:nvSpPr>
        <p:spPr>
          <a:xfrm>
            <a:off x="3787750" y="712275"/>
            <a:ext cx="1625100" cy="11865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2"/>
          <p:cNvSpPr/>
          <p:nvPr>
            <p:ph idx="8" type="pic"/>
          </p:nvPr>
        </p:nvSpPr>
        <p:spPr>
          <a:xfrm>
            <a:off x="3787750" y="2851125"/>
            <a:ext cx="1625100" cy="11868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42"/>
          <p:cNvSpPr/>
          <p:nvPr>
            <p:ph idx="9" type="pic"/>
          </p:nvPr>
        </p:nvSpPr>
        <p:spPr>
          <a:xfrm>
            <a:off x="6660975" y="715975"/>
            <a:ext cx="1625100" cy="11865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42"/>
          <p:cNvSpPr/>
          <p:nvPr>
            <p:ph idx="13" type="pic"/>
          </p:nvPr>
        </p:nvSpPr>
        <p:spPr>
          <a:xfrm>
            <a:off x="6660681" y="2853125"/>
            <a:ext cx="1625700" cy="11868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2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95" name="Google Shape;295;p42"/>
          <p:cNvSpPr txBox="1"/>
          <p:nvPr>
            <p:ph idx="1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6" name="Google Shape;296;p42"/>
          <p:cNvSpPr txBox="1"/>
          <p:nvPr>
            <p:ph idx="1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7" name="Google Shape;297;p42"/>
          <p:cNvSpPr txBox="1"/>
          <p:nvPr>
            <p:ph idx="1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298" name="Google Shape;298;p42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1">
  <p:cSld name="CAPTION_ONLY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>
            <p:ph idx="2" type="pic"/>
          </p:nvPr>
        </p:nvSpPr>
        <p:spPr>
          <a:xfrm>
            <a:off x="6149225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43"/>
          <p:cNvSpPr/>
          <p:nvPr>
            <p:ph idx="3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43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03" name="Google Shape;303;p43"/>
          <p:cNvSpPr txBox="1"/>
          <p:nvPr>
            <p:ph idx="4" type="body"/>
          </p:nvPr>
        </p:nvSpPr>
        <p:spPr>
          <a:xfrm>
            <a:off x="6149225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04" name="Google Shape;304;p43"/>
          <p:cNvSpPr/>
          <p:nvPr>
            <p:ph idx="5" type="pic"/>
          </p:nvPr>
        </p:nvSpPr>
        <p:spPr>
          <a:xfrm>
            <a:off x="6149225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43"/>
          <p:cNvSpPr/>
          <p:nvPr>
            <p:ph idx="6" type="pic"/>
          </p:nvPr>
        </p:nvSpPr>
        <p:spPr>
          <a:xfrm>
            <a:off x="31914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43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3"/>
          <p:cNvSpPr txBox="1"/>
          <p:nvPr>
            <p:ph idx="7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08" name="Google Shape;308;p43"/>
          <p:cNvSpPr txBox="1"/>
          <p:nvPr>
            <p:ph idx="8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309" name="Google Shape;309;p43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0" name="Google Shape;310;p43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311" name="Google Shape;311;p43"/>
          <p:cNvSpPr txBox="1"/>
          <p:nvPr>
            <p:ph idx="9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2" name="Google Shape;312;p43"/>
          <p:cNvSpPr txBox="1"/>
          <p:nvPr>
            <p:ph idx="1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3" name="Google Shape;313;p43"/>
          <p:cNvSpPr txBox="1"/>
          <p:nvPr>
            <p:ph idx="1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14" name="Google Shape;314;p43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43"/>
          <p:cNvSpPr txBox="1"/>
          <p:nvPr>
            <p:ph idx="15" type="body"/>
          </p:nvPr>
        </p:nvSpPr>
        <p:spPr>
          <a:xfrm>
            <a:off x="3191400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16" name="Google Shape;316;p43"/>
          <p:cNvSpPr txBox="1"/>
          <p:nvPr>
            <p:ph idx="16" type="body"/>
          </p:nvPr>
        </p:nvSpPr>
        <p:spPr>
          <a:xfrm>
            <a:off x="6149225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2">
  <p:cSld name="CAPTION_ONLY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4"/>
          <p:cNvSpPr/>
          <p:nvPr>
            <p:ph idx="2" type="pic"/>
          </p:nvPr>
        </p:nvSpPr>
        <p:spPr>
          <a:xfrm>
            <a:off x="6149225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44"/>
          <p:cNvSpPr/>
          <p:nvPr>
            <p:ph idx="3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21" name="Google Shape;321;p44"/>
          <p:cNvSpPr txBox="1"/>
          <p:nvPr>
            <p:ph idx="4" type="body"/>
          </p:nvPr>
        </p:nvSpPr>
        <p:spPr>
          <a:xfrm>
            <a:off x="6149225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22" name="Google Shape;322;p44"/>
          <p:cNvSpPr/>
          <p:nvPr>
            <p:ph idx="5" type="pic"/>
          </p:nvPr>
        </p:nvSpPr>
        <p:spPr>
          <a:xfrm>
            <a:off x="6149225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44"/>
          <p:cNvSpPr/>
          <p:nvPr>
            <p:ph idx="6" type="pic"/>
          </p:nvPr>
        </p:nvSpPr>
        <p:spPr>
          <a:xfrm>
            <a:off x="2263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44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4"/>
          <p:cNvSpPr txBox="1"/>
          <p:nvPr>
            <p:ph idx="7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6" name="Google Shape;326;p44"/>
          <p:cNvSpPr txBox="1"/>
          <p:nvPr>
            <p:ph idx="8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7" name="Google Shape;327;p44"/>
          <p:cNvSpPr txBox="1"/>
          <p:nvPr>
            <p:ph idx="9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28" name="Google Shape;328;p44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4"/>
          <p:cNvSpPr txBox="1"/>
          <p:nvPr>
            <p:ph idx="13" type="body"/>
          </p:nvPr>
        </p:nvSpPr>
        <p:spPr>
          <a:xfrm>
            <a:off x="226300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30" name="Google Shape;330;p44"/>
          <p:cNvSpPr txBox="1"/>
          <p:nvPr>
            <p:ph idx="14" type="body"/>
          </p:nvPr>
        </p:nvSpPr>
        <p:spPr>
          <a:xfrm>
            <a:off x="6149225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31" name="Google Shape;331;p44"/>
          <p:cNvSpPr/>
          <p:nvPr>
            <p:ph idx="15" type="pic"/>
          </p:nvPr>
        </p:nvSpPr>
        <p:spPr>
          <a:xfrm>
            <a:off x="3187763" y="237599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44"/>
          <p:cNvSpPr txBox="1"/>
          <p:nvPr>
            <p:ph idx="16" type="body"/>
          </p:nvPr>
        </p:nvSpPr>
        <p:spPr>
          <a:xfrm>
            <a:off x="3187763" y="2041849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33" name="Google Shape;333;p44"/>
          <p:cNvSpPr/>
          <p:nvPr>
            <p:ph idx="17" type="pic"/>
          </p:nvPr>
        </p:nvSpPr>
        <p:spPr>
          <a:xfrm>
            <a:off x="226300" y="23838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44"/>
          <p:cNvSpPr txBox="1"/>
          <p:nvPr>
            <p:ph idx="18" type="body"/>
          </p:nvPr>
        </p:nvSpPr>
        <p:spPr>
          <a:xfrm>
            <a:off x="226300" y="41880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2 1">
  <p:cSld name="CAPTION_ONLY_1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/>
          <p:nvPr>
            <p:ph idx="2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45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38" name="Google Shape;338;p45"/>
          <p:cNvSpPr/>
          <p:nvPr>
            <p:ph idx="3" type="pic"/>
          </p:nvPr>
        </p:nvSpPr>
        <p:spPr>
          <a:xfrm>
            <a:off x="2263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45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5"/>
          <p:cNvSpPr txBox="1"/>
          <p:nvPr>
            <p:ph idx="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1" name="Google Shape;341;p45"/>
          <p:cNvSpPr txBox="1"/>
          <p:nvPr>
            <p:ph idx="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2" name="Google Shape;342;p45"/>
          <p:cNvSpPr txBox="1"/>
          <p:nvPr>
            <p:ph idx="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43" name="Google Shape;343;p45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45"/>
          <p:cNvSpPr txBox="1"/>
          <p:nvPr>
            <p:ph idx="7" type="body"/>
          </p:nvPr>
        </p:nvSpPr>
        <p:spPr>
          <a:xfrm>
            <a:off x="226300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45" name="Google Shape;345;p45"/>
          <p:cNvSpPr/>
          <p:nvPr>
            <p:ph idx="8" type="pic"/>
          </p:nvPr>
        </p:nvSpPr>
        <p:spPr>
          <a:xfrm>
            <a:off x="3187763" y="237599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45"/>
          <p:cNvSpPr txBox="1"/>
          <p:nvPr>
            <p:ph idx="9" type="body"/>
          </p:nvPr>
        </p:nvSpPr>
        <p:spPr>
          <a:xfrm>
            <a:off x="3187763" y="2041849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47" name="Google Shape;347;p45"/>
          <p:cNvSpPr/>
          <p:nvPr>
            <p:ph idx="13" type="pic"/>
          </p:nvPr>
        </p:nvSpPr>
        <p:spPr>
          <a:xfrm>
            <a:off x="226300" y="23838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45"/>
          <p:cNvSpPr txBox="1"/>
          <p:nvPr>
            <p:ph idx="14" type="body"/>
          </p:nvPr>
        </p:nvSpPr>
        <p:spPr>
          <a:xfrm>
            <a:off x="226300" y="41880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49" name="Google Shape;349;p45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5"/>
          <p:cNvSpPr txBox="1"/>
          <p:nvPr>
            <p:ph idx="15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51" name="Google Shape;351;p45"/>
          <p:cNvSpPr txBox="1"/>
          <p:nvPr>
            <p:ph idx="16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">
  <p:cSld name="BIG_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6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46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56" name="Google Shape;356;p46"/>
          <p:cNvSpPr txBox="1"/>
          <p:nvPr>
            <p:ph idx="2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357" name="Google Shape;357;p46"/>
          <p:cNvSpPr/>
          <p:nvPr>
            <p:ph idx="3" type="pic"/>
          </p:nvPr>
        </p:nvSpPr>
        <p:spPr>
          <a:xfrm>
            <a:off x="2448725" y="237600"/>
            <a:ext cx="4216800" cy="40380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6"/>
          <p:cNvSpPr/>
          <p:nvPr>
            <p:ph idx="4" type="pic"/>
          </p:nvPr>
        </p:nvSpPr>
        <p:spPr>
          <a:xfrm>
            <a:off x="226300" y="240550"/>
            <a:ext cx="1994700" cy="40380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46"/>
          <p:cNvSpPr txBox="1"/>
          <p:nvPr>
            <p:ph idx="5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0" name="Google Shape;360;p46"/>
          <p:cNvSpPr txBox="1"/>
          <p:nvPr>
            <p:ph idx="6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1" name="Google Shape;361;p46"/>
          <p:cNvSpPr txBox="1"/>
          <p:nvPr>
            <p:ph idx="7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62" name="Google Shape;362;p46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6"/>
          <p:cNvSpPr txBox="1"/>
          <p:nvPr>
            <p:ph idx="8" type="body"/>
          </p:nvPr>
        </p:nvSpPr>
        <p:spPr>
          <a:xfrm>
            <a:off x="228600" y="4419850"/>
            <a:ext cx="19947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64" name="Google Shape;364;p46"/>
          <p:cNvSpPr txBox="1"/>
          <p:nvPr>
            <p:ph idx="9" type="body"/>
          </p:nvPr>
        </p:nvSpPr>
        <p:spPr>
          <a:xfrm>
            <a:off x="2448725" y="4419850"/>
            <a:ext cx="42168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ne and Tablet">
  <p:cSld name="BIG_NUMBER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w Modern Digital Tablet Mockup On White Background." id="366" name="Google Shape;366;p47"/>
          <p:cNvPicPr preferRelativeResize="0"/>
          <p:nvPr/>
        </p:nvPicPr>
        <p:blipFill rotWithShape="1">
          <a:blip r:embed="rId2">
            <a:alphaModFix/>
          </a:blip>
          <a:srcRect b="0" l="25189" r="24880" t="0"/>
          <a:stretch/>
        </p:blipFill>
        <p:spPr>
          <a:xfrm>
            <a:off x="3051913" y="241599"/>
            <a:ext cx="3016673" cy="402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martphone isolated mockup iPhone with white screen in a white background on high-quality studio shot." id="367" name="Google Shape;367;p47"/>
          <p:cNvPicPr preferRelativeResize="0"/>
          <p:nvPr/>
        </p:nvPicPr>
        <p:blipFill rotWithShape="1">
          <a:blip r:embed="rId3">
            <a:alphaModFix/>
          </a:blip>
          <a:srcRect b="0" l="23169" r="23110" t="0"/>
          <a:stretch/>
        </p:blipFill>
        <p:spPr>
          <a:xfrm>
            <a:off x="187287" y="963838"/>
            <a:ext cx="2089201" cy="259582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7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47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71" name="Google Shape;371;p47"/>
          <p:cNvSpPr txBox="1"/>
          <p:nvPr>
            <p:ph idx="2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372" name="Google Shape;372;p47"/>
          <p:cNvSpPr txBox="1"/>
          <p:nvPr>
            <p:ph idx="3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3" name="Google Shape;373;p47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4" name="Google Shape;374;p47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75" name="Google Shape;375;p47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47"/>
          <p:cNvSpPr txBox="1"/>
          <p:nvPr>
            <p:ph idx="6" type="body"/>
          </p:nvPr>
        </p:nvSpPr>
        <p:spPr>
          <a:xfrm>
            <a:off x="228600" y="4419850"/>
            <a:ext cx="19947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77" name="Google Shape;377;p47"/>
          <p:cNvSpPr txBox="1"/>
          <p:nvPr>
            <p:ph idx="7" type="body"/>
          </p:nvPr>
        </p:nvSpPr>
        <p:spPr>
          <a:xfrm>
            <a:off x="2448725" y="4419850"/>
            <a:ext cx="42168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78" name="Google Shape;378;p47"/>
          <p:cNvSpPr/>
          <p:nvPr>
            <p:ph idx="8" type="pic"/>
          </p:nvPr>
        </p:nvSpPr>
        <p:spPr>
          <a:xfrm>
            <a:off x="752100" y="1234175"/>
            <a:ext cx="976200" cy="2109600"/>
          </a:xfrm>
          <a:prstGeom prst="roundRect">
            <a:avLst>
              <a:gd fmla="val 14756" name="adj"/>
            </a:avLst>
          </a:prstGeom>
          <a:noFill/>
          <a:ln>
            <a:noFill/>
          </a:ln>
        </p:spPr>
      </p:sp>
      <p:sp>
        <p:nvSpPr>
          <p:cNvPr id="379" name="Google Shape;379;p47"/>
          <p:cNvSpPr/>
          <p:nvPr>
            <p:ph idx="9" type="pic"/>
          </p:nvPr>
        </p:nvSpPr>
        <p:spPr>
          <a:xfrm>
            <a:off x="3587175" y="753250"/>
            <a:ext cx="1916100" cy="31164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sktop">
  <p:cSld name="CUSTOM_2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dern Desktop Monitor." id="381" name="Google Shape;381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00" y="-18362"/>
            <a:ext cx="9018199" cy="520919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8"/>
          <p:cNvSpPr/>
          <p:nvPr>
            <p:ph idx="2" type="pic"/>
          </p:nvPr>
        </p:nvSpPr>
        <p:spPr>
          <a:xfrm>
            <a:off x="1479083" y="264705"/>
            <a:ext cx="6138900" cy="36150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lboard 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/>
          <p:nvPr>
            <p:ph idx="2" type="pic"/>
          </p:nvPr>
        </p:nvSpPr>
        <p:spPr>
          <a:xfrm>
            <a:off x="1345350" y="1750800"/>
            <a:ext cx="6517500" cy="11877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1">
  <p:cSld name="TITLE_18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/>
          <p:nvPr>
            <p:ph idx="2" type="pic"/>
          </p:nvPr>
        </p:nvSpPr>
        <p:spPr>
          <a:xfrm>
            <a:off x="0" y="0"/>
            <a:ext cx="29625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0"/>
          <p:cNvSpPr/>
          <p:nvPr>
            <p:ph idx="3" type="pic"/>
          </p:nvPr>
        </p:nvSpPr>
        <p:spPr>
          <a:xfrm>
            <a:off x="2962500" y="0"/>
            <a:ext cx="3474600" cy="282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0"/>
          <p:cNvSpPr/>
          <p:nvPr>
            <p:ph idx="4" type="pic"/>
          </p:nvPr>
        </p:nvSpPr>
        <p:spPr>
          <a:xfrm>
            <a:off x="0" y="1900800"/>
            <a:ext cx="2962500" cy="324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0"/>
          <p:cNvSpPr/>
          <p:nvPr>
            <p:ph idx="5" type="pic"/>
          </p:nvPr>
        </p:nvSpPr>
        <p:spPr>
          <a:xfrm>
            <a:off x="2962500" y="2824800"/>
            <a:ext cx="3474600" cy="23187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0"/>
          <p:cNvSpPr/>
          <p:nvPr>
            <p:ph idx="6" type="pic"/>
          </p:nvPr>
        </p:nvSpPr>
        <p:spPr>
          <a:xfrm>
            <a:off x="6437100" y="0"/>
            <a:ext cx="27069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2">
  <p:cSld name="TITLE_18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1"/>
          <p:cNvSpPr/>
          <p:nvPr>
            <p:ph idx="2" type="pic"/>
          </p:nvPr>
        </p:nvSpPr>
        <p:spPr>
          <a:xfrm>
            <a:off x="0" y="0"/>
            <a:ext cx="45720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1"/>
          <p:cNvSpPr/>
          <p:nvPr>
            <p:ph idx="3" type="pic"/>
          </p:nvPr>
        </p:nvSpPr>
        <p:spPr>
          <a:xfrm>
            <a:off x="0" y="1900800"/>
            <a:ext cx="4572000" cy="32427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1"/>
          <p:cNvSpPr/>
          <p:nvPr>
            <p:ph idx="4" type="pic"/>
          </p:nvPr>
        </p:nvSpPr>
        <p:spPr>
          <a:xfrm>
            <a:off x="4572000" y="3242700"/>
            <a:ext cx="45720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1"/>
          <p:cNvSpPr/>
          <p:nvPr>
            <p:ph idx="5" type="pic"/>
          </p:nvPr>
        </p:nvSpPr>
        <p:spPr>
          <a:xfrm>
            <a:off x="4572000" y="0"/>
            <a:ext cx="4572000" cy="3242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3">
  <p:cSld name="TITLE_18_1_1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4">
  <p:cSld name="TITLE_18_1_1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3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3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02" name="Google Shape;402;p53"/>
          <p:cNvSpPr txBox="1"/>
          <p:nvPr>
            <p:ph idx="3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ography Analysis">
  <p:cSld name="TITLE_1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"/>
          <p:cNvSpPr/>
          <p:nvPr>
            <p:ph idx="2" type="pic"/>
          </p:nvPr>
        </p:nvSpPr>
        <p:spPr>
          <a:xfrm>
            <a:off x="7455377" y="1663201"/>
            <a:ext cx="1427400" cy="14274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54"/>
          <p:cNvSpPr/>
          <p:nvPr>
            <p:ph idx="3" type="pic"/>
          </p:nvPr>
        </p:nvSpPr>
        <p:spPr>
          <a:xfrm>
            <a:off x="3703500" y="712800"/>
            <a:ext cx="3328200" cy="33282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54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54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4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09" name="Google Shape;409;p54"/>
          <p:cNvSpPr txBox="1"/>
          <p:nvPr>
            <p:ph idx="4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410" name="Google Shape;410;p54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411" name="Google Shape;411;p54"/>
          <p:cNvSpPr txBox="1"/>
          <p:nvPr>
            <p:ph idx="5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2" name="Google Shape;412;p54"/>
          <p:cNvSpPr txBox="1"/>
          <p:nvPr>
            <p:ph idx="6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3" name="Google Shape;413;p54"/>
          <p:cNvSpPr txBox="1"/>
          <p:nvPr>
            <p:ph idx="7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414" name="Google Shape;414;p54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54"/>
          <p:cNvSpPr txBox="1"/>
          <p:nvPr>
            <p:ph idx="8" type="body"/>
          </p:nvPr>
        </p:nvSpPr>
        <p:spPr>
          <a:xfrm>
            <a:off x="3703500" y="4183275"/>
            <a:ext cx="33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Library 1">
  <p:cSld name="TITLE_14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5"/>
          <p:cNvSpPr/>
          <p:nvPr/>
        </p:nvSpPr>
        <p:spPr>
          <a:xfrm rot="5400000">
            <a:off x="5382025" y="1009350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5"/>
          <p:cNvSpPr/>
          <p:nvPr>
            <p:ph idx="2" type="pic"/>
          </p:nvPr>
        </p:nvSpPr>
        <p:spPr>
          <a:xfrm>
            <a:off x="2284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55"/>
          <p:cNvSpPr/>
          <p:nvPr>
            <p:ph idx="3" type="pic"/>
          </p:nvPr>
        </p:nvSpPr>
        <p:spPr>
          <a:xfrm>
            <a:off x="2284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55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55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2" name="Google Shape;422;p55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3" name="Google Shape;423;p55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4" name="Google Shape;424;p55"/>
          <p:cNvSpPr/>
          <p:nvPr>
            <p:ph idx="6" type="pic"/>
          </p:nvPr>
        </p:nvSpPr>
        <p:spPr>
          <a:xfrm>
            <a:off x="2284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55"/>
          <p:cNvSpPr/>
          <p:nvPr>
            <p:ph idx="7" type="pic"/>
          </p:nvPr>
        </p:nvSpPr>
        <p:spPr>
          <a:xfrm>
            <a:off x="2284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55"/>
          <p:cNvSpPr/>
          <p:nvPr>
            <p:ph idx="8" type="pic"/>
          </p:nvPr>
        </p:nvSpPr>
        <p:spPr>
          <a:xfrm>
            <a:off x="96930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55"/>
          <p:cNvSpPr/>
          <p:nvPr>
            <p:ph idx="9" type="pic"/>
          </p:nvPr>
        </p:nvSpPr>
        <p:spPr>
          <a:xfrm>
            <a:off x="96930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55"/>
          <p:cNvSpPr/>
          <p:nvPr>
            <p:ph idx="13" type="pic"/>
          </p:nvPr>
        </p:nvSpPr>
        <p:spPr>
          <a:xfrm>
            <a:off x="96930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55"/>
          <p:cNvSpPr/>
          <p:nvPr>
            <p:ph idx="14" type="pic"/>
          </p:nvPr>
        </p:nvSpPr>
        <p:spPr>
          <a:xfrm>
            <a:off x="96930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5"/>
          <p:cNvSpPr/>
          <p:nvPr>
            <p:ph idx="15" type="pic"/>
          </p:nvPr>
        </p:nvSpPr>
        <p:spPr>
          <a:xfrm>
            <a:off x="171012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5"/>
          <p:cNvSpPr/>
          <p:nvPr>
            <p:ph idx="16" type="pic"/>
          </p:nvPr>
        </p:nvSpPr>
        <p:spPr>
          <a:xfrm>
            <a:off x="171012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55"/>
          <p:cNvSpPr/>
          <p:nvPr>
            <p:ph idx="17" type="pic"/>
          </p:nvPr>
        </p:nvSpPr>
        <p:spPr>
          <a:xfrm>
            <a:off x="171012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55"/>
          <p:cNvSpPr/>
          <p:nvPr>
            <p:ph idx="18" type="pic"/>
          </p:nvPr>
        </p:nvSpPr>
        <p:spPr>
          <a:xfrm>
            <a:off x="171012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55"/>
          <p:cNvSpPr/>
          <p:nvPr>
            <p:ph idx="19" type="pic"/>
          </p:nvPr>
        </p:nvSpPr>
        <p:spPr>
          <a:xfrm>
            <a:off x="24509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5"/>
          <p:cNvSpPr/>
          <p:nvPr>
            <p:ph idx="20" type="pic"/>
          </p:nvPr>
        </p:nvSpPr>
        <p:spPr>
          <a:xfrm>
            <a:off x="24509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5"/>
          <p:cNvSpPr/>
          <p:nvPr>
            <p:ph idx="21" type="pic"/>
          </p:nvPr>
        </p:nvSpPr>
        <p:spPr>
          <a:xfrm>
            <a:off x="24509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55"/>
          <p:cNvSpPr/>
          <p:nvPr>
            <p:ph idx="22" type="pic"/>
          </p:nvPr>
        </p:nvSpPr>
        <p:spPr>
          <a:xfrm>
            <a:off x="24509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55"/>
          <p:cNvSpPr/>
          <p:nvPr>
            <p:ph idx="23" type="pic"/>
          </p:nvPr>
        </p:nvSpPr>
        <p:spPr>
          <a:xfrm>
            <a:off x="31910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55"/>
          <p:cNvSpPr/>
          <p:nvPr>
            <p:ph idx="24" type="pic"/>
          </p:nvPr>
        </p:nvSpPr>
        <p:spPr>
          <a:xfrm>
            <a:off x="31910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55"/>
          <p:cNvSpPr/>
          <p:nvPr>
            <p:ph idx="25" type="pic"/>
          </p:nvPr>
        </p:nvSpPr>
        <p:spPr>
          <a:xfrm>
            <a:off x="31910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5"/>
          <p:cNvSpPr/>
          <p:nvPr>
            <p:ph idx="26" type="pic"/>
          </p:nvPr>
        </p:nvSpPr>
        <p:spPr>
          <a:xfrm>
            <a:off x="31910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55"/>
          <p:cNvSpPr/>
          <p:nvPr>
            <p:ph idx="27" type="pic"/>
          </p:nvPr>
        </p:nvSpPr>
        <p:spPr>
          <a:xfrm>
            <a:off x="39318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5"/>
          <p:cNvSpPr/>
          <p:nvPr>
            <p:ph idx="28" type="pic"/>
          </p:nvPr>
        </p:nvSpPr>
        <p:spPr>
          <a:xfrm>
            <a:off x="39318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5"/>
          <p:cNvSpPr/>
          <p:nvPr>
            <p:ph idx="29" type="pic"/>
          </p:nvPr>
        </p:nvSpPr>
        <p:spPr>
          <a:xfrm>
            <a:off x="39318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55"/>
          <p:cNvSpPr/>
          <p:nvPr>
            <p:ph idx="30" type="pic"/>
          </p:nvPr>
        </p:nvSpPr>
        <p:spPr>
          <a:xfrm>
            <a:off x="39318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5"/>
          <p:cNvSpPr/>
          <p:nvPr>
            <p:ph idx="31" type="pic"/>
          </p:nvPr>
        </p:nvSpPr>
        <p:spPr>
          <a:xfrm>
            <a:off x="467234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55"/>
          <p:cNvSpPr/>
          <p:nvPr>
            <p:ph idx="32" type="pic"/>
          </p:nvPr>
        </p:nvSpPr>
        <p:spPr>
          <a:xfrm>
            <a:off x="467234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5"/>
          <p:cNvSpPr/>
          <p:nvPr>
            <p:ph idx="33" type="pic"/>
          </p:nvPr>
        </p:nvSpPr>
        <p:spPr>
          <a:xfrm>
            <a:off x="467234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5"/>
          <p:cNvSpPr/>
          <p:nvPr>
            <p:ph idx="34" type="pic"/>
          </p:nvPr>
        </p:nvSpPr>
        <p:spPr>
          <a:xfrm>
            <a:off x="467234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5"/>
          <p:cNvSpPr/>
          <p:nvPr>
            <p:ph idx="35" type="pic"/>
          </p:nvPr>
        </p:nvSpPr>
        <p:spPr>
          <a:xfrm>
            <a:off x="54131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5"/>
          <p:cNvSpPr/>
          <p:nvPr>
            <p:ph idx="36" type="pic"/>
          </p:nvPr>
        </p:nvSpPr>
        <p:spPr>
          <a:xfrm>
            <a:off x="54131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55"/>
          <p:cNvSpPr/>
          <p:nvPr>
            <p:ph idx="37" type="pic"/>
          </p:nvPr>
        </p:nvSpPr>
        <p:spPr>
          <a:xfrm>
            <a:off x="54131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55"/>
          <p:cNvSpPr/>
          <p:nvPr>
            <p:ph idx="38" type="pic"/>
          </p:nvPr>
        </p:nvSpPr>
        <p:spPr>
          <a:xfrm>
            <a:off x="54131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54" name="Google Shape;454;p55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55"/>
          <p:cNvSpPr txBox="1"/>
          <p:nvPr>
            <p:ph idx="39" type="body"/>
          </p:nvPr>
        </p:nvSpPr>
        <p:spPr>
          <a:xfrm>
            <a:off x="6386875" y="3121200"/>
            <a:ext cx="22770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456" name="Google Shape;456;p55"/>
          <p:cNvSpPr txBox="1"/>
          <p:nvPr>
            <p:ph idx="40" type="subTitle"/>
          </p:nvPr>
        </p:nvSpPr>
        <p:spPr>
          <a:xfrm>
            <a:off x="638132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57" name="Google Shape;457;p55"/>
          <p:cNvSpPr txBox="1"/>
          <p:nvPr>
            <p:ph idx="41" type="body"/>
          </p:nvPr>
        </p:nvSpPr>
        <p:spPr>
          <a:xfrm>
            <a:off x="228600" y="4421208"/>
            <a:ext cx="5687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Library 2">
  <p:cSld name="TITLE_14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6"/>
          <p:cNvSpPr/>
          <p:nvPr>
            <p:ph idx="2" type="pic"/>
          </p:nvPr>
        </p:nvSpPr>
        <p:spPr>
          <a:xfrm>
            <a:off x="2284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6"/>
          <p:cNvSpPr/>
          <p:nvPr>
            <p:ph idx="3" type="pic"/>
          </p:nvPr>
        </p:nvSpPr>
        <p:spPr>
          <a:xfrm>
            <a:off x="2284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6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56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63" name="Google Shape;463;p56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64" name="Google Shape;464;p56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65" name="Google Shape;465;p56"/>
          <p:cNvSpPr/>
          <p:nvPr>
            <p:ph idx="6" type="pic"/>
          </p:nvPr>
        </p:nvSpPr>
        <p:spPr>
          <a:xfrm>
            <a:off x="2284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6"/>
          <p:cNvSpPr/>
          <p:nvPr>
            <p:ph idx="7" type="pic"/>
          </p:nvPr>
        </p:nvSpPr>
        <p:spPr>
          <a:xfrm>
            <a:off x="2284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56"/>
          <p:cNvSpPr/>
          <p:nvPr>
            <p:ph idx="8" type="pic"/>
          </p:nvPr>
        </p:nvSpPr>
        <p:spPr>
          <a:xfrm>
            <a:off x="96930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56"/>
          <p:cNvSpPr/>
          <p:nvPr>
            <p:ph idx="9" type="pic"/>
          </p:nvPr>
        </p:nvSpPr>
        <p:spPr>
          <a:xfrm>
            <a:off x="96930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6"/>
          <p:cNvSpPr/>
          <p:nvPr>
            <p:ph idx="13" type="pic"/>
          </p:nvPr>
        </p:nvSpPr>
        <p:spPr>
          <a:xfrm>
            <a:off x="96930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6"/>
          <p:cNvSpPr/>
          <p:nvPr>
            <p:ph idx="14" type="pic"/>
          </p:nvPr>
        </p:nvSpPr>
        <p:spPr>
          <a:xfrm>
            <a:off x="96930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6"/>
          <p:cNvSpPr/>
          <p:nvPr>
            <p:ph idx="15" type="pic"/>
          </p:nvPr>
        </p:nvSpPr>
        <p:spPr>
          <a:xfrm>
            <a:off x="171012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6"/>
          <p:cNvSpPr/>
          <p:nvPr>
            <p:ph idx="16" type="pic"/>
          </p:nvPr>
        </p:nvSpPr>
        <p:spPr>
          <a:xfrm>
            <a:off x="171012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6"/>
          <p:cNvSpPr/>
          <p:nvPr>
            <p:ph idx="17" type="pic"/>
          </p:nvPr>
        </p:nvSpPr>
        <p:spPr>
          <a:xfrm>
            <a:off x="171012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6"/>
          <p:cNvSpPr/>
          <p:nvPr>
            <p:ph idx="18" type="pic"/>
          </p:nvPr>
        </p:nvSpPr>
        <p:spPr>
          <a:xfrm>
            <a:off x="171012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6"/>
          <p:cNvSpPr/>
          <p:nvPr>
            <p:ph idx="19" type="pic"/>
          </p:nvPr>
        </p:nvSpPr>
        <p:spPr>
          <a:xfrm>
            <a:off x="24509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6"/>
          <p:cNvSpPr/>
          <p:nvPr>
            <p:ph idx="20" type="pic"/>
          </p:nvPr>
        </p:nvSpPr>
        <p:spPr>
          <a:xfrm>
            <a:off x="24509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6"/>
          <p:cNvSpPr/>
          <p:nvPr>
            <p:ph idx="21" type="pic"/>
          </p:nvPr>
        </p:nvSpPr>
        <p:spPr>
          <a:xfrm>
            <a:off x="24509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6"/>
          <p:cNvSpPr/>
          <p:nvPr>
            <p:ph idx="22" type="pic"/>
          </p:nvPr>
        </p:nvSpPr>
        <p:spPr>
          <a:xfrm>
            <a:off x="24509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6"/>
          <p:cNvSpPr/>
          <p:nvPr>
            <p:ph idx="23" type="pic"/>
          </p:nvPr>
        </p:nvSpPr>
        <p:spPr>
          <a:xfrm>
            <a:off x="31910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56"/>
          <p:cNvSpPr/>
          <p:nvPr>
            <p:ph idx="24" type="pic"/>
          </p:nvPr>
        </p:nvSpPr>
        <p:spPr>
          <a:xfrm>
            <a:off x="31910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56"/>
          <p:cNvSpPr/>
          <p:nvPr>
            <p:ph idx="25" type="pic"/>
          </p:nvPr>
        </p:nvSpPr>
        <p:spPr>
          <a:xfrm>
            <a:off x="31910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56"/>
          <p:cNvSpPr/>
          <p:nvPr>
            <p:ph idx="26" type="pic"/>
          </p:nvPr>
        </p:nvSpPr>
        <p:spPr>
          <a:xfrm>
            <a:off x="31910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56"/>
          <p:cNvSpPr/>
          <p:nvPr>
            <p:ph idx="27" type="pic"/>
          </p:nvPr>
        </p:nvSpPr>
        <p:spPr>
          <a:xfrm>
            <a:off x="39318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6"/>
          <p:cNvSpPr/>
          <p:nvPr>
            <p:ph idx="28" type="pic"/>
          </p:nvPr>
        </p:nvSpPr>
        <p:spPr>
          <a:xfrm>
            <a:off x="39318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5" name="Google Shape;485;p56"/>
          <p:cNvSpPr/>
          <p:nvPr>
            <p:ph idx="29" type="pic"/>
          </p:nvPr>
        </p:nvSpPr>
        <p:spPr>
          <a:xfrm>
            <a:off x="39318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56"/>
          <p:cNvSpPr/>
          <p:nvPr>
            <p:ph idx="30" type="pic"/>
          </p:nvPr>
        </p:nvSpPr>
        <p:spPr>
          <a:xfrm>
            <a:off x="39318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56"/>
          <p:cNvSpPr/>
          <p:nvPr>
            <p:ph idx="31" type="pic"/>
          </p:nvPr>
        </p:nvSpPr>
        <p:spPr>
          <a:xfrm>
            <a:off x="467234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6"/>
          <p:cNvSpPr/>
          <p:nvPr>
            <p:ph idx="32" type="pic"/>
          </p:nvPr>
        </p:nvSpPr>
        <p:spPr>
          <a:xfrm>
            <a:off x="467234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56"/>
          <p:cNvSpPr/>
          <p:nvPr>
            <p:ph idx="33" type="pic"/>
          </p:nvPr>
        </p:nvSpPr>
        <p:spPr>
          <a:xfrm>
            <a:off x="467234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56"/>
          <p:cNvSpPr/>
          <p:nvPr>
            <p:ph idx="34" type="pic"/>
          </p:nvPr>
        </p:nvSpPr>
        <p:spPr>
          <a:xfrm>
            <a:off x="467234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56"/>
          <p:cNvSpPr/>
          <p:nvPr>
            <p:ph idx="35" type="pic"/>
          </p:nvPr>
        </p:nvSpPr>
        <p:spPr>
          <a:xfrm>
            <a:off x="54131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56"/>
          <p:cNvSpPr/>
          <p:nvPr>
            <p:ph idx="36" type="pic"/>
          </p:nvPr>
        </p:nvSpPr>
        <p:spPr>
          <a:xfrm>
            <a:off x="54131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56"/>
          <p:cNvSpPr/>
          <p:nvPr>
            <p:ph idx="37" type="pic"/>
          </p:nvPr>
        </p:nvSpPr>
        <p:spPr>
          <a:xfrm>
            <a:off x="54131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56"/>
          <p:cNvSpPr/>
          <p:nvPr>
            <p:ph idx="38" type="pic"/>
          </p:nvPr>
        </p:nvSpPr>
        <p:spPr>
          <a:xfrm>
            <a:off x="54131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95" name="Google Shape;495;p56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56"/>
          <p:cNvSpPr/>
          <p:nvPr>
            <p:ph idx="39" type="pic"/>
          </p:nvPr>
        </p:nvSpPr>
        <p:spPr>
          <a:xfrm>
            <a:off x="61485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56"/>
          <p:cNvSpPr/>
          <p:nvPr>
            <p:ph idx="40" type="pic"/>
          </p:nvPr>
        </p:nvSpPr>
        <p:spPr>
          <a:xfrm>
            <a:off x="61485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56"/>
          <p:cNvSpPr/>
          <p:nvPr>
            <p:ph idx="41" type="pic"/>
          </p:nvPr>
        </p:nvSpPr>
        <p:spPr>
          <a:xfrm>
            <a:off x="61485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56"/>
          <p:cNvSpPr/>
          <p:nvPr>
            <p:ph idx="42" type="pic"/>
          </p:nvPr>
        </p:nvSpPr>
        <p:spPr>
          <a:xfrm>
            <a:off x="61485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56"/>
          <p:cNvSpPr/>
          <p:nvPr>
            <p:ph idx="43" type="pic"/>
          </p:nvPr>
        </p:nvSpPr>
        <p:spPr>
          <a:xfrm>
            <a:off x="68839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56"/>
          <p:cNvSpPr/>
          <p:nvPr>
            <p:ph idx="44" type="pic"/>
          </p:nvPr>
        </p:nvSpPr>
        <p:spPr>
          <a:xfrm>
            <a:off x="68839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56"/>
          <p:cNvSpPr/>
          <p:nvPr>
            <p:ph idx="45" type="pic"/>
          </p:nvPr>
        </p:nvSpPr>
        <p:spPr>
          <a:xfrm>
            <a:off x="68839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56"/>
          <p:cNvSpPr/>
          <p:nvPr>
            <p:ph idx="46" type="pic"/>
          </p:nvPr>
        </p:nvSpPr>
        <p:spPr>
          <a:xfrm>
            <a:off x="68839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56"/>
          <p:cNvSpPr/>
          <p:nvPr>
            <p:ph idx="47" type="pic"/>
          </p:nvPr>
        </p:nvSpPr>
        <p:spPr>
          <a:xfrm>
            <a:off x="763529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56"/>
          <p:cNvSpPr/>
          <p:nvPr>
            <p:ph idx="48" type="pic"/>
          </p:nvPr>
        </p:nvSpPr>
        <p:spPr>
          <a:xfrm>
            <a:off x="763529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56"/>
          <p:cNvSpPr/>
          <p:nvPr>
            <p:ph idx="49" type="pic"/>
          </p:nvPr>
        </p:nvSpPr>
        <p:spPr>
          <a:xfrm>
            <a:off x="763529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56"/>
          <p:cNvSpPr/>
          <p:nvPr>
            <p:ph idx="50" type="pic"/>
          </p:nvPr>
        </p:nvSpPr>
        <p:spPr>
          <a:xfrm>
            <a:off x="763529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56"/>
          <p:cNvSpPr/>
          <p:nvPr>
            <p:ph idx="51" type="pic"/>
          </p:nvPr>
        </p:nvSpPr>
        <p:spPr>
          <a:xfrm>
            <a:off x="836561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56"/>
          <p:cNvSpPr/>
          <p:nvPr>
            <p:ph idx="52" type="pic"/>
          </p:nvPr>
        </p:nvSpPr>
        <p:spPr>
          <a:xfrm>
            <a:off x="836561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56"/>
          <p:cNvSpPr/>
          <p:nvPr>
            <p:ph idx="53" type="pic"/>
          </p:nvPr>
        </p:nvSpPr>
        <p:spPr>
          <a:xfrm>
            <a:off x="836561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56"/>
          <p:cNvSpPr/>
          <p:nvPr>
            <p:ph idx="54" type="pic"/>
          </p:nvPr>
        </p:nvSpPr>
        <p:spPr>
          <a:xfrm>
            <a:off x="836561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id System">
  <p:cSld name="TITLE_19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7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7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515" name="Google Shape;515;p57"/>
          <p:cNvSpPr txBox="1"/>
          <p:nvPr>
            <p:ph idx="2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516" name="Google Shape;516;p5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57"/>
          <p:cNvSpPr/>
          <p:nvPr>
            <p:ph idx="3" type="pic"/>
          </p:nvPr>
        </p:nvSpPr>
        <p:spPr>
          <a:xfrm>
            <a:off x="3191400" y="237725"/>
            <a:ext cx="19008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57"/>
          <p:cNvSpPr/>
          <p:nvPr>
            <p:ph idx="4" type="pic"/>
          </p:nvPr>
        </p:nvSpPr>
        <p:spPr>
          <a:xfrm>
            <a:off x="6660675" y="475200"/>
            <a:ext cx="2226300" cy="38034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57"/>
          <p:cNvSpPr/>
          <p:nvPr>
            <p:ph idx="5" type="pic"/>
          </p:nvPr>
        </p:nvSpPr>
        <p:spPr>
          <a:xfrm>
            <a:off x="3191400" y="2613600"/>
            <a:ext cx="3240600" cy="16650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57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521" name="Google Shape;521;p57"/>
          <p:cNvSpPr txBox="1"/>
          <p:nvPr>
            <p:ph idx="6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22" name="Google Shape;522;p57"/>
          <p:cNvSpPr txBox="1"/>
          <p:nvPr>
            <p:ph idx="7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23" name="Google Shape;523;p57"/>
          <p:cNvSpPr txBox="1"/>
          <p:nvPr>
            <p:ph idx="8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24" name="Google Shape;524;p57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57"/>
          <p:cNvSpPr txBox="1"/>
          <p:nvPr>
            <p:ph idx="9" type="body"/>
          </p:nvPr>
        </p:nvSpPr>
        <p:spPr>
          <a:xfrm>
            <a:off x="3191400" y="4416313"/>
            <a:ext cx="32406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26" name="Google Shape;526;p57"/>
          <p:cNvSpPr txBox="1"/>
          <p:nvPr>
            <p:ph idx="13" type="body"/>
          </p:nvPr>
        </p:nvSpPr>
        <p:spPr>
          <a:xfrm>
            <a:off x="6660600" y="4416313"/>
            <a:ext cx="22263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27" name="Google Shape;527;p57"/>
          <p:cNvSpPr txBox="1"/>
          <p:nvPr>
            <p:ph idx="14" type="body"/>
          </p:nvPr>
        </p:nvSpPr>
        <p:spPr>
          <a:xfrm>
            <a:off x="3190925" y="2280350"/>
            <a:ext cx="19008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mages">
  <p:cSld name="CUSTOM_1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8"/>
          <p:cNvSpPr/>
          <p:nvPr>
            <p:ph idx="2" type="pic"/>
          </p:nvPr>
        </p:nvSpPr>
        <p:spPr>
          <a:xfrm>
            <a:off x="228450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530" name="Google Shape;530;p58"/>
          <p:cNvSpPr/>
          <p:nvPr>
            <p:ph idx="3" type="pic"/>
          </p:nvPr>
        </p:nvSpPr>
        <p:spPr>
          <a:xfrm>
            <a:off x="3191038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531" name="Google Shape;531;p58"/>
          <p:cNvSpPr/>
          <p:nvPr>
            <p:ph idx="4" type="pic"/>
          </p:nvPr>
        </p:nvSpPr>
        <p:spPr>
          <a:xfrm>
            <a:off x="6153613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532" name="Google Shape;532;p58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58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4" name="Google Shape;534;p58"/>
          <p:cNvSpPr txBox="1"/>
          <p:nvPr>
            <p:ph idx="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5" name="Google Shape;535;p58"/>
          <p:cNvSpPr txBox="1"/>
          <p:nvPr>
            <p:ph idx="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36" name="Google Shape;536;p58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47" Type="http://schemas.openxmlformats.org/officeDocument/2006/relationships/theme" Target="../theme/theme3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49575" y="634948"/>
            <a:ext cx="2277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49575" y="3121200"/>
            <a:ext cx="84333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lvl="1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lvl="2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lvl="3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lvl="4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lvl="5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lvl="6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lvl="7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lvl="8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50">
          <p15:clr>
            <a:srgbClr val="E46962"/>
          </p15:clr>
        </p15:guide>
        <p15:guide id="2" orient="horz" pos="2845">
          <p15:clr>
            <a:srgbClr val="E46962"/>
          </p15:clr>
        </p15:guide>
        <p15:guide id="3" pos="144">
          <p15:clr>
            <a:srgbClr val="E46962"/>
          </p15:clr>
        </p15:guide>
        <p15:guide id="4" pos="467">
          <p15:clr>
            <a:srgbClr val="E46962"/>
          </p15:clr>
        </p15:guide>
        <p15:guide id="5" pos="611">
          <p15:clr>
            <a:srgbClr val="E46962"/>
          </p15:clr>
        </p15:guide>
        <p15:guide id="6" pos="933">
          <p15:clr>
            <a:srgbClr val="E46962"/>
          </p15:clr>
        </p15:guide>
        <p15:guide id="7" pos="1077">
          <p15:clr>
            <a:srgbClr val="E46962"/>
          </p15:clr>
        </p15:guide>
        <p15:guide id="8" pos="1400">
          <p15:clr>
            <a:srgbClr val="E46962"/>
          </p15:clr>
        </p15:guide>
        <p15:guide id="9" pos="1544">
          <p15:clr>
            <a:srgbClr val="E46962"/>
          </p15:clr>
        </p15:guide>
        <p15:guide id="10" pos="1866">
          <p15:clr>
            <a:srgbClr val="E46962"/>
          </p15:clr>
        </p15:guide>
        <p15:guide id="11" pos="2010">
          <p15:clr>
            <a:srgbClr val="E46962"/>
          </p15:clr>
        </p15:guide>
        <p15:guide id="12" pos="2477">
          <p15:clr>
            <a:srgbClr val="E46962"/>
          </p15:clr>
        </p15:guide>
        <p15:guide id="13" pos="2333">
          <p15:clr>
            <a:srgbClr val="E46962"/>
          </p15:clr>
        </p15:guide>
        <p15:guide id="14" pos="2799">
          <p15:clr>
            <a:srgbClr val="E46962"/>
          </p15:clr>
        </p15:guide>
        <p15:guide id="15" pos="3266">
          <p15:clr>
            <a:srgbClr val="E46962"/>
          </p15:clr>
        </p15:guide>
        <p15:guide id="16" pos="2943">
          <p15:clr>
            <a:srgbClr val="E46962"/>
          </p15:clr>
        </p15:guide>
        <p15:guide id="17" pos="3729">
          <p15:clr>
            <a:srgbClr val="E46962"/>
          </p15:clr>
        </p15:guide>
        <p15:guide id="18" pos="3410">
          <p15:clr>
            <a:srgbClr val="E46962"/>
          </p15:clr>
        </p15:guide>
        <p15:guide id="19" pos="4196">
          <p15:clr>
            <a:srgbClr val="E46962"/>
          </p15:clr>
        </p15:guide>
        <p15:guide id="20" pos="3873">
          <p15:clr>
            <a:srgbClr val="E46962"/>
          </p15:clr>
        </p15:guide>
        <p15:guide id="21" pos="4340">
          <p15:clr>
            <a:srgbClr val="E46962"/>
          </p15:clr>
        </p15:guide>
        <p15:guide id="22" pos="4806">
          <p15:clr>
            <a:srgbClr val="E46962"/>
          </p15:clr>
        </p15:guide>
        <p15:guide id="23" pos="4662">
          <p15:clr>
            <a:srgbClr val="E46962"/>
          </p15:clr>
        </p15:guide>
        <p15:guide id="24" pos="5273">
          <p15:clr>
            <a:srgbClr val="E46962"/>
          </p15:clr>
        </p15:guide>
        <p15:guide id="25" pos="5129">
          <p15:clr>
            <a:srgbClr val="E46962"/>
          </p15:clr>
        </p15:guide>
        <p15:guide id="26" pos="5595">
          <p15:clr>
            <a:srgbClr val="E46962"/>
          </p15:clr>
        </p15:guide>
        <p15:guide id="27" orient="horz" pos="299">
          <p15:clr>
            <a:srgbClr val="E46962"/>
          </p15:clr>
        </p15:guide>
        <p15:guide id="28" orient="horz" pos="449">
          <p15:clr>
            <a:srgbClr val="E46962"/>
          </p15:clr>
        </p15:guide>
        <p15:guide id="29" orient="horz" pos="599">
          <p15:clr>
            <a:srgbClr val="E46962"/>
          </p15:clr>
        </p15:guide>
        <p15:guide id="30" orient="horz" pos="748">
          <p15:clr>
            <a:srgbClr val="E46962"/>
          </p15:clr>
        </p15:guide>
        <p15:guide id="31" orient="horz" pos="898">
          <p15:clr>
            <a:srgbClr val="E46962"/>
          </p15:clr>
        </p15:guide>
        <p15:guide id="32" orient="horz" pos="1048">
          <p15:clr>
            <a:srgbClr val="E46962"/>
          </p15:clr>
        </p15:guide>
        <p15:guide id="33" orient="horz" pos="1197">
          <p15:clr>
            <a:srgbClr val="E46962"/>
          </p15:clr>
        </p15:guide>
        <p15:guide id="34" orient="horz" pos="1347">
          <p15:clr>
            <a:srgbClr val="E46962"/>
          </p15:clr>
        </p15:guide>
        <p15:guide id="35" orient="horz" pos="1497">
          <p15:clr>
            <a:srgbClr val="E46962"/>
          </p15:clr>
        </p15:guide>
        <p15:guide id="36" orient="horz" pos="1646">
          <p15:clr>
            <a:srgbClr val="E46962"/>
          </p15:clr>
        </p15:guide>
        <p15:guide id="37" orient="horz" pos="1796">
          <p15:clr>
            <a:srgbClr val="E46962"/>
          </p15:clr>
        </p15:guide>
        <p15:guide id="38" orient="horz" pos="1947">
          <p15:clr>
            <a:srgbClr val="E46962"/>
          </p15:clr>
        </p15:guide>
        <p15:guide id="39" orient="horz" pos="2097">
          <p15:clr>
            <a:srgbClr val="E46962"/>
          </p15:clr>
        </p15:guide>
        <p15:guide id="40" orient="horz" pos="2246">
          <p15:clr>
            <a:srgbClr val="E46962"/>
          </p15:clr>
        </p15:guide>
        <p15:guide id="41" orient="horz" pos="2396">
          <p15:clr>
            <a:srgbClr val="E46962"/>
          </p15:clr>
        </p15:guide>
        <p15:guide id="42" orient="horz" pos="2546">
          <p15:clr>
            <a:srgbClr val="E46962"/>
          </p15:clr>
        </p15:guide>
        <p15:guide id="43" orient="horz" pos="2695">
          <p15:clr>
            <a:srgbClr val="E46962"/>
          </p15:clr>
        </p15:guide>
        <p15:guide id="44" orient="horz" pos="2995">
          <p15:clr>
            <a:srgbClr val="E46962"/>
          </p15:clr>
        </p15:guide>
        <p15:guide id="45" orient="horz" pos="313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8.jpg"/><Relationship Id="rId5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8.jp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0"/>
          <p:cNvSpPr txBox="1"/>
          <p:nvPr>
            <p:ph type="title"/>
          </p:nvPr>
        </p:nvSpPr>
        <p:spPr>
          <a:xfrm>
            <a:off x="379000" y="3090600"/>
            <a:ext cx="5370900" cy="6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Presenters: Evan Bohler and Charlie Whittleman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Members: Jayme Greer and Sophie Miller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descr="Blue soccer cleat against pink background." id="543" name="Google Shape;543;p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2905" l="9608" r="13645" t="22335"/>
          <a:stretch/>
        </p:blipFill>
        <p:spPr>
          <a:xfrm>
            <a:off x="6148575" y="0"/>
            <a:ext cx="2995502" cy="1425599"/>
          </a:xfrm>
          <a:prstGeom prst="rect">
            <a:avLst/>
          </a:prstGeom>
        </p:spPr>
      </p:pic>
      <p:pic>
        <p:nvPicPr>
          <p:cNvPr descr="Black and red high top sneaker against blue background." id="544" name="Google Shape;544;p60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6397" l="0" r="0" t="16397"/>
          <a:stretch/>
        </p:blipFill>
        <p:spPr>
          <a:xfrm>
            <a:off x="6148575" y="3803400"/>
            <a:ext cx="2995502" cy="1342723"/>
          </a:xfrm>
          <a:prstGeom prst="rect">
            <a:avLst/>
          </a:prstGeom>
        </p:spPr>
      </p:pic>
      <p:pic>
        <p:nvPicPr>
          <p:cNvPr descr="White shoelace against orange background." id="545" name="Google Shape;545;p60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41359" l="8012" r="0" t="81"/>
          <a:stretch/>
        </p:blipFill>
        <p:spPr>
          <a:xfrm>
            <a:off x="2962800" y="3803400"/>
            <a:ext cx="3185700" cy="1342725"/>
          </a:xfrm>
          <a:prstGeom prst="rect">
            <a:avLst/>
          </a:prstGeom>
        </p:spPr>
      </p:pic>
      <p:sp>
        <p:nvSpPr>
          <p:cNvPr id="546" name="Google Shape;546;p60"/>
          <p:cNvSpPr/>
          <p:nvPr/>
        </p:nvSpPr>
        <p:spPr>
          <a:xfrm>
            <a:off x="6148575" y="1423800"/>
            <a:ext cx="2995500" cy="118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60"/>
          <p:cNvSpPr/>
          <p:nvPr/>
        </p:nvSpPr>
        <p:spPr>
          <a:xfrm>
            <a:off x="6148575" y="2613600"/>
            <a:ext cx="2995500" cy="11898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0"/>
          <p:cNvSpPr/>
          <p:nvPr/>
        </p:nvSpPr>
        <p:spPr>
          <a:xfrm>
            <a:off x="0" y="3803400"/>
            <a:ext cx="2962800" cy="1339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60"/>
          <p:cNvSpPr txBox="1"/>
          <p:nvPr/>
        </p:nvSpPr>
        <p:spPr>
          <a:xfrm>
            <a:off x="379000" y="322750"/>
            <a:ext cx="5012700" cy="26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Step Smart:</a:t>
            </a:r>
            <a:endParaRPr b="1" sz="6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Injury </a:t>
            </a:r>
            <a:r>
              <a:rPr b="1" lang="en"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Preventive</a:t>
            </a:r>
            <a:r>
              <a:rPr b="1" lang="en"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Insole</a:t>
            </a:r>
            <a:endParaRPr b="1" sz="3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1"/>
          <p:cNvSpPr txBox="1"/>
          <p:nvPr>
            <p:ph type="title"/>
          </p:nvPr>
        </p:nvSpPr>
        <p:spPr>
          <a:xfrm>
            <a:off x="457200" y="457200"/>
            <a:ext cx="8202300" cy="4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Overall Problem</a:t>
            </a:r>
            <a:endParaRPr sz="3800"/>
          </a:p>
        </p:txBody>
      </p:sp>
      <p:sp>
        <p:nvSpPr>
          <p:cNvPr id="555" name="Google Shape;555;p61"/>
          <p:cNvSpPr txBox="1"/>
          <p:nvPr>
            <p:ph idx="1" type="body"/>
          </p:nvPr>
        </p:nvSpPr>
        <p:spPr>
          <a:xfrm>
            <a:off x="448525" y="1558050"/>
            <a:ext cx="7781100" cy="4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Athletes</a:t>
            </a:r>
            <a:r>
              <a:rPr lang="en" sz="1700"/>
              <a:t> </a:t>
            </a:r>
            <a:r>
              <a:rPr lang="en" sz="1700"/>
              <a:t>experience</a:t>
            </a:r>
            <a:r>
              <a:rPr lang="en" sz="1700"/>
              <a:t> joint pain and injury from </a:t>
            </a:r>
            <a:r>
              <a:rPr lang="en" sz="1700"/>
              <a:t>improper</a:t>
            </a:r>
            <a:r>
              <a:rPr lang="en" sz="1700"/>
              <a:t> foot placement</a:t>
            </a:r>
            <a:endParaRPr sz="1700"/>
          </a:p>
        </p:txBody>
      </p:sp>
      <p:sp>
        <p:nvSpPr>
          <p:cNvPr id="556" name="Google Shape;556;p61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7" name="Google Shape;557;p61"/>
          <p:cNvSpPr txBox="1"/>
          <p:nvPr>
            <p:ph idx="2" type="body"/>
          </p:nvPr>
        </p:nvSpPr>
        <p:spPr>
          <a:xfrm>
            <a:off x="448525" y="2082375"/>
            <a:ext cx="7835100" cy="22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Char char="-"/>
            </a:pPr>
            <a:r>
              <a:rPr lang="en" sz="1400">
                <a:solidFill>
                  <a:srgbClr val="262626"/>
                </a:solidFill>
              </a:rPr>
              <a:t>Many athletes suffer injuries due to improper foot posture, leading to inflammation, pain, and setbacks.</a:t>
            </a:r>
            <a:endParaRPr sz="14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Char char="-"/>
            </a:pPr>
            <a:r>
              <a:rPr lang="en" sz="1400">
                <a:solidFill>
                  <a:srgbClr val="262626"/>
                </a:solidFill>
              </a:rPr>
              <a:t>Some injuries may force athletes to pause or even end their training or careers.</a:t>
            </a:r>
            <a:endParaRPr sz="14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Char char="-"/>
            </a:pPr>
            <a:r>
              <a:rPr lang="en" sz="1400">
                <a:solidFill>
                  <a:srgbClr val="262626"/>
                </a:solidFill>
              </a:rPr>
              <a:t>According to the American Academy of Orthopedic Surgeons, 25%</a:t>
            </a:r>
            <a:endParaRPr sz="1400">
              <a:solidFill>
                <a:srgbClr val="26262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62626"/>
                </a:solidFill>
              </a:rPr>
              <a:t>of sports injuries are foot and ankle related.</a:t>
            </a:r>
            <a:endParaRPr sz="14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62626"/>
                </a:solidFill>
              </a:rPr>
              <a:t> </a:t>
            </a:r>
            <a:endParaRPr sz="1400">
              <a:solidFill>
                <a:srgbClr val="26262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Char char="-"/>
            </a:pPr>
            <a:r>
              <a:rPr lang="en" sz="1400">
                <a:solidFill>
                  <a:srgbClr val="262626"/>
                </a:solidFill>
              </a:rPr>
              <a:t>We aim to design a solution that corrects poor placement and prevents injuries before they happen.</a:t>
            </a:r>
            <a:endParaRPr sz="1400">
              <a:solidFill>
                <a:srgbClr val="262626"/>
              </a:solidFill>
            </a:endParaRPr>
          </a:p>
        </p:txBody>
      </p:sp>
      <p:cxnSp>
        <p:nvCxnSpPr>
          <p:cNvPr id="558" name="Google Shape;558;p61"/>
          <p:cNvCxnSpPr/>
          <p:nvPr/>
        </p:nvCxnSpPr>
        <p:spPr>
          <a:xfrm flipH="1" rot="10800000">
            <a:off x="448525" y="1407593"/>
            <a:ext cx="78351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2"/>
          <p:cNvSpPr/>
          <p:nvPr/>
        </p:nvSpPr>
        <p:spPr>
          <a:xfrm>
            <a:off x="3191400" y="236700"/>
            <a:ext cx="5691300" cy="42786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64" name="Google Shape;564;p62"/>
          <p:cNvSpPr txBox="1"/>
          <p:nvPr>
            <p:ph type="title"/>
          </p:nvPr>
        </p:nvSpPr>
        <p:spPr>
          <a:xfrm>
            <a:off x="454600" y="385900"/>
            <a:ext cx="2277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Foot Posture</a:t>
            </a:r>
            <a:endParaRPr/>
          </a:p>
        </p:txBody>
      </p:sp>
      <p:sp>
        <p:nvSpPr>
          <p:cNvPr id="565" name="Google Shape;565;p62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6" name="Google Shape;566;p62"/>
          <p:cNvSpPr txBox="1"/>
          <p:nvPr>
            <p:ph idx="16" type="body"/>
          </p:nvPr>
        </p:nvSpPr>
        <p:spPr>
          <a:xfrm>
            <a:off x="454600" y="804150"/>
            <a:ext cx="2277300" cy="361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Nunito"/>
              <a:buChar char="●"/>
            </a:pPr>
            <a:r>
              <a:rPr lang="en" sz="11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Overpronation occurs when the foot rolls inward excessively, while oversupination occurs when the foot rolls outward</a:t>
            </a:r>
            <a:endParaRPr sz="11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Nunito"/>
              <a:buChar char="●"/>
            </a:pPr>
            <a:r>
              <a:rPr lang="en" sz="11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Improper foot alignment places unnecessary stress on the body, leading to inflammation, pain, and potentially permanent injuries</a:t>
            </a:r>
            <a:endParaRPr sz="11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Current solutions are static and reactive, delaying problem detection</a:t>
            </a:r>
            <a:endParaRPr sz="11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What if we could track weight distribution and foot posture in real-time?</a:t>
            </a:r>
            <a:endParaRPr sz="11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Supination and Pronation: What It Means for the Foot and Arm" id="567" name="Google Shape;56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937" y="777825"/>
            <a:ext cx="4948224" cy="319634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8" name="Google Shape;568;p62"/>
          <p:cNvSpPr txBox="1"/>
          <p:nvPr>
            <p:ph idx="16" type="body"/>
          </p:nvPr>
        </p:nvSpPr>
        <p:spPr>
          <a:xfrm>
            <a:off x="3548538" y="4041000"/>
            <a:ext cx="49770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C5962"/>
                </a:solidFill>
                <a:latin typeface="Roboto"/>
                <a:ea typeface="Roboto"/>
                <a:cs typeface="Roboto"/>
                <a:sym typeface="Roboto"/>
              </a:rPr>
              <a:t>https://www.healthline.com/health/bone-health/whats-the-difference-between-supination-and-pronation#the-foot</a:t>
            </a:r>
            <a:endParaRPr sz="700">
              <a:solidFill>
                <a:srgbClr val="5C596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3"/>
          <p:cNvSpPr txBox="1"/>
          <p:nvPr>
            <p:ph idx="2" type="title"/>
          </p:nvPr>
        </p:nvSpPr>
        <p:spPr>
          <a:xfrm>
            <a:off x="653250" y="1937719"/>
            <a:ext cx="78375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Research</a:t>
            </a:r>
            <a:endParaRPr/>
          </a:p>
        </p:txBody>
      </p:sp>
      <p:sp>
        <p:nvSpPr>
          <p:cNvPr id="574" name="Google Shape;574;p63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Key icon." id="575" name="Google Shape;575;p6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2079" y="3803401"/>
            <a:ext cx="713400" cy="7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4"/>
          <p:cNvSpPr txBox="1"/>
          <p:nvPr>
            <p:ph type="title"/>
          </p:nvPr>
        </p:nvSpPr>
        <p:spPr>
          <a:xfrm>
            <a:off x="440675" y="307872"/>
            <a:ext cx="2277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581" name="Google Shape;581;p64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erson running on a green track." id="582" name="Google Shape;582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2916" l="21311" r="539" t="0"/>
          <a:stretch/>
        </p:blipFill>
        <p:spPr>
          <a:xfrm>
            <a:off x="696275" y="3222912"/>
            <a:ext cx="1766098" cy="1160973"/>
          </a:xfrm>
          <a:prstGeom prst="rect">
            <a:avLst/>
          </a:prstGeom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3" name="Google Shape;583;p64"/>
          <p:cNvSpPr txBox="1"/>
          <p:nvPr>
            <p:ph idx="4" type="body"/>
          </p:nvPr>
        </p:nvSpPr>
        <p:spPr>
          <a:xfrm>
            <a:off x="3418525" y="746575"/>
            <a:ext cx="2277000" cy="22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Participant 1: 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50 year old runner and cyclist of 20+ years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Participant 2: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Dance instructor in her 30s with 25+ years of experience in dance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Participant 3: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Previous SIUE D1 dancer in her 20s with 8+ years of </a:t>
            </a:r>
            <a:r>
              <a:rPr lang="en" sz="1200"/>
              <a:t>experience</a:t>
            </a:r>
            <a:endParaRPr sz="1200"/>
          </a:p>
        </p:txBody>
      </p:sp>
      <p:sp>
        <p:nvSpPr>
          <p:cNvPr id="584" name="Google Shape;584;p64"/>
          <p:cNvSpPr txBox="1"/>
          <p:nvPr>
            <p:ph idx="7" type="body"/>
          </p:nvPr>
        </p:nvSpPr>
        <p:spPr>
          <a:xfrm>
            <a:off x="6355625" y="822775"/>
            <a:ext cx="2277000" cy="220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The main needs for our device are </a:t>
            </a:r>
            <a:r>
              <a:rPr b="1" lang="en" sz="1200"/>
              <a:t>adaptability</a:t>
            </a:r>
            <a:r>
              <a:rPr lang="en" sz="1200"/>
              <a:t>, </a:t>
            </a:r>
            <a:r>
              <a:rPr b="1" lang="en" sz="1200"/>
              <a:t>durability</a:t>
            </a:r>
            <a:r>
              <a:rPr lang="en" sz="1200"/>
              <a:t>, and </a:t>
            </a:r>
            <a:r>
              <a:rPr b="1" lang="en" sz="1200"/>
              <a:t>compatibility</a:t>
            </a:r>
            <a:r>
              <a:rPr lang="en" sz="1200"/>
              <a:t>. The product must be versatile for different exercises, durable for high-impact use, and compatible with existing fitness apps for a seamless experience.</a:t>
            </a:r>
            <a:endParaRPr sz="1200"/>
          </a:p>
        </p:txBody>
      </p:sp>
      <p:sp>
        <p:nvSpPr>
          <p:cNvPr id="585" name="Google Shape;585;p64"/>
          <p:cNvSpPr txBox="1"/>
          <p:nvPr>
            <p:ph idx="16" type="body"/>
          </p:nvPr>
        </p:nvSpPr>
        <p:spPr>
          <a:xfrm>
            <a:off x="435575" y="881100"/>
            <a:ext cx="2287500" cy="21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 conducted </a:t>
            </a:r>
            <a:r>
              <a:rPr b="1" lang="en" sz="1200"/>
              <a:t>interviews</a:t>
            </a:r>
            <a:r>
              <a:rPr lang="en" sz="1200"/>
              <a:t> with athletes across different disciplines.</a:t>
            </a:r>
            <a:endParaRPr sz="12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Given the differences in footwear and movements across sports, we explored how our design could be adaptable and seamlessly integrated into their routines and equipment.</a:t>
            </a:r>
            <a:endParaRPr sz="1200"/>
          </a:p>
        </p:txBody>
      </p:sp>
      <p:sp>
        <p:nvSpPr>
          <p:cNvPr id="586" name="Google Shape;586;p64"/>
          <p:cNvSpPr txBox="1"/>
          <p:nvPr>
            <p:ph type="title"/>
          </p:nvPr>
        </p:nvSpPr>
        <p:spPr>
          <a:xfrm>
            <a:off x="3433350" y="307872"/>
            <a:ext cx="2277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Participants</a:t>
            </a:r>
            <a:endParaRPr/>
          </a:p>
        </p:txBody>
      </p:sp>
      <p:sp>
        <p:nvSpPr>
          <p:cNvPr id="587" name="Google Shape;587;p64"/>
          <p:cNvSpPr txBox="1"/>
          <p:nvPr>
            <p:ph type="title"/>
          </p:nvPr>
        </p:nvSpPr>
        <p:spPr>
          <a:xfrm>
            <a:off x="6415125" y="307872"/>
            <a:ext cx="2277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pic>
        <p:nvPicPr>
          <p:cNvPr id="588" name="Google Shape;588;p64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16510" r="6119" t="61869"/>
          <a:stretch/>
        </p:blipFill>
        <p:spPr>
          <a:xfrm>
            <a:off x="6670713" y="3208488"/>
            <a:ext cx="1766100" cy="11898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89" name="Google Shape;589;p64"/>
          <p:cNvPicPr preferRelativeResize="0"/>
          <p:nvPr/>
        </p:nvPicPr>
        <p:blipFill rotWithShape="1">
          <a:blip r:embed="rId5">
            <a:alphaModFix/>
          </a:blip>
          <a:srcRect b="7467" l="0" r="0" t="42215"/>
          <a:stretch/>
        </p:blipFill>
        <p:spPr>
          <a:xfrm>
            <a:off x="3685300" y="3208500"/>
            <a:ext cx="1773401" cy="11898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5"/>
          <p:cNvSpPr txBox="1"/>
          <p:nvPr>
            <p:ph idx="2" type="title"/>
          </p:nvPr>
        </p:nvSpPr>
        <p:spPr>
          <a:xfrm>
            <a:off x="653250" y="1937719"/>
            <a:ext cx="78375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Considered Tasks</a:t>
            </a:r>
            <a:endParaRPr sz="7000"/>
          </a:p>
        </p:txBody>
      </p:sp>
      <p:sp>
        <p:nvSpPr>
          <p:cNvPr id="595" name="Google Shape;595;p65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Hiking icon." id="596" name="Google Shape;596;p6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2079" y="3803401"/>
            <a:ext cx="713400" cy="7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6"/>
          <p:cNvSpPr/>
          <p:nvPr/>
        </p:nvSpPr>
        <p:spPr>
          <a:xfrm rot="5400000">
            <a:off x="3897775" y="-468300"/>
            <a:ext cx="1440600" cy="285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66"/>
          <p:cNvSpPr/>
          <p:nvPr/>
        </p:nvSpPr>
        <p:spPr>
          <a:xfrm rot="5400000">
            <a:off x="3896125" y="957604"/>
            <a:ext cx="1443900" cy="285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66"/>
          <p:cNvSpPr/>
          <p:nvPr/>
        </p:nvSpPr>
        <p:spPr>
          <a:xfrm rot="5400000">
            <a:off x="3904375" y="2373309"/>
            <a:ext cx="1427400" cy="2852700"/>
          </a:xfrm>
          <a:prstGeom prst="rect">
            <a:avLst/>
          </a:prstGeom>
          <a:solidFill>
            <a:srgbClr val="FD7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66"/>
          <p:cNvSpPr/>
          <p:nvPr/>
        </p:nvSpPr>
        <p:spPr>
          <a:xfrm rot="5400000">
            <a:off x="6750475" y="-465503"/>
            <a:ext cx="1440600" cy="285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6"/>
          <p:cNvSpPr/>
          <p:nvPr/>
        </p:nvSpPr>
        <p:spPr>
          <a:xfrm rot="5400000">
            <a:off x="6748825" y="960401"/>
            <a:ext cx="1443900" cy="285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66"/>
          <p:cNvSpPr/>
          <p:nvPr/>
        </p:nvSpPr>
        <p:spPr>
          <a:xfrm rot="5400000">
            <a:off x="6757075" y="2376106"/>
            <a:ext cx="1427400" cy="28527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66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</a:t>
            </a:r>
            <a:endParaRPr/>
          </a:p>
        </p:txBody>
      </p:sp>
      <p:sp>
        <p:nvSpPr>
          <p:cNvPr id="608" name="Google Shape;608;p66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9" name="Google Shape;609;p66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endParaRPr/>
          </a:p>
        </p:txBody>
      </p:sp>
      <p:sp>
        <p:nvSpPr>
          <p:cNvPr id="610" name="Google Shape;610;p66"/>
          <p:cNvSpPr txBox="1"/>
          <p:nvPr>
            <p:ph idx="2" type="body"/>
          </p:nvPr>
        </p:nvSpPr>
        <p:spPr>
          <a:xfrm>
            <a:off x="3438750" y="2187975"/>
            <a:ext cx="2266500" cy="5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Comfortably wear tracking tools for long lengths of time</a:t>
            </a:r>
            <a:endParaRPr sz="1500"/>
          </a:p>
        </p:txBody>
      </p:sp>
      <p:sp>
        <p:nvSpPr>
          <p:cNvPr id="611" name="Google Shape;611;p66"/>
          <p:cNvSpPr txBox="1"/>
          <p:nvPr>
            <p:ph idx="5" type="body"/>
          </p:nvPr>
        </p:nvSpPr>
        <p:spPr>
          <a:xfrm>
            <a:off x="3269793" y="3211851"/>
            <a:ext cx="2691900" cy="22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Task 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2" name="Google Shape;612;p66"/>
          <p:cNvSpPr txBox="1"/>
          <p:nvPr>
            <p:ph idx="6" type="body"/>
          </p:nvPr>
        </p:nvSpPr>
        <p:spPr>
          <a:xfrm>
            <a:off x="6127368" y="3211851"/>
            <a:ext cx="2691900" cy="22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Task 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3" name="Google Shape;613;p66"/>
          <p:cNvSpPr txBox="1"/>
          <p:nvPr>
            <p:ph idx="7" type="body"/>
          </p:nvPr>
        </p:nvSpPr>
        <p:spPr>
          <a:xfrm>
            <a:off x="3269793" y="1788006"/>
            <a:ext cx="2691900" cy="22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Task 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4" name="Google Shape;614;p66"/>
          <p:cNvSpPr txBox="1"/>
          <p:nvPr>
            <p:ph idx="8" type="body"/>
          </p:nvPr>
        </p:nvSpPr>
        <p:spPr>
          <a:xfrm>
            <a:off x="6127368" y="1788006"/>
            <a:ext cx="2691900" cy="22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Task 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5" name="Google Shape;615;p66"/>
          <p:cNvSpPr txBox="1"/>
          <p:nvPr>
            <p:ph idx="9" type="body"/>
          </p:nvPr>
        </p:nvSpPr>
        <p:spPr>
          <a:xfrm>
            <a:off x="3269793" y="364162"/>
            <a:ext cx="2691900" cy="22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Task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6" name="Google Shape;616;p66"/>
          <p:cNvSpPr txBox="1"/>
          <p:nvPr>
            <p:ph idx="13" type="body"/>
          </p:nvPr>
        </p:nvSpPr>
        <p:spPr>
          <a:xfrm>
            <a:off x="6127368" y="364162"/>
            <a:ext cx="2691900" cy="22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Task 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7" name="Google Shape;617;p66"/>
          <p:cNvSpPr txBox="1"/>
          <p:nvPr>
            <p:ph idx="2" type="body"/>
          </p:nvPr>
        </p:nvSpPr>
        <p:spPr>
          <a:xfrm>
            <a:off x="3438750" y="739550"/>
            <a:ext cx="2266500" cy="5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Use an app to see health and fitness data visuals</a:t>
            </a:r>
            <a:endParaRPr sz="1500"/>
          </a:p>
        </p:txBody>
      </p:sp>
      <p:sp>
        <p:nvSpPr>
          <p:cNvPr id="618" name="Google Shape;618;p66"/>
          <p:cNvSpPr txBox="1"/>
          <p:nvPr>
            <p:ph idx="2" type="body"/>
          </p:nvPr>
        </p:nvSpPr>
        <p:spPr>
          <a:xfrm>
            <a:off x="3438750" y="3571425"/>
            <a:ext cx="2266500" cy="5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Know how one’s feet are positioned during activities </a:t>
            </a:r>
            <a:endParaRPr sz="1500"/>
          </a:p>
        </p:txBody>
      </p:sp>
      <p:sp>
        <p:nvSpPr>
          <p:cNvPr id="619" name="Google Shape;619;p66"/>
          <p:cNvSpPr txBox="1"/>
          <p:nvPr>
            <p:ph idx="2" type="body"/>
          </p:nvPr>
        </p:nvSpPr>
        <p:spPr>
          <a:xfrm>
            <a:off x="6340075" y="3571425"/>
            <a:ext cx="2266500" cy="5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Wear tracking tools in all weather conditions </a:t>
            </a:r>
            <a:endParaRPr sz="1500"/>
          </a:p>
        </p:txBody>
      </p:sp>
      <p:sp>
        <p:nvSpPr>
          <p:cNvPr id="620" name="Google Shape;620;p66"/>
          <p:cNvSpPr txBox="1"/>
          <p:nvPr>
            <p:ph idx="2" type="body"/>
          </p:nvPr>
        </p:nvSpPr>
        <p:spPr>
          <a:xfrm>
            <a:off x="6340075" y="2160900"/>
            <a:ext cx="2266500" cy="5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Versatile for multiple activities</a:t>
            </a:r>
            <a:endParaRPr sz="1500"/>
          </a:p>
        </p:txBody>
      </p:sp>
      <p:sp>
        <p:nvSpPr>
          <p:cNvPr id="621" name="Google Shape;621;p66"/>
          <p:cNvSpPr txBox="1"/>
          <p:nvPr>
            <p:ph idx="2" type="body"/>
          </p:nvPr>
        </p:nvSpPr>
        <p:spPr>
          <a:xfrm>
            <a:off x="6340075" y="739550"/>
            <a:ext cx="2266500" cy="5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Send health and fitness data to doctors and coaches</a:t>
            </a:r>
            <a:endParaRPr sz="1500"/>
          </a:p>
        </p:txBody>
      </p:sp>
      <p:pic>
        <p:nvPicPr>
          <p:cNvPr descr="Runner against red background." id="622" name="Google Shape;622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610" r="48286" t="23094"/>
          <a:stretch/>
        </p:blipFill>
        <p:spPr>
          <a:xfrm>
            <a:off x="620424" y="1214986"/>
            <a:ext cx="1914250" cy="2797227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7"/>
          <p:cNvSpPr txBox="1"/>
          <p:nvPr>
            <p:ph idx="2" type="title"/>
          </p:nvPr>
        </p:nvSpPr>
        <p:spPr>
          <a:xfrm>
            <a:off x="653250" y="1937719"/>
            <a:ext cx="78375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Sketches</a:t>
            </a:r>
            <a:endParaRPr sz="7000"/>
          </a:p>
        </p:txBody>
      </p:sp>
      <p:sp>
        <p:nvSpPr>
          <p:cNvPr id="628" name="Google Shape;628;p6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hoe icon." id="629" name="Google Shape;629;p67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39" l="0" r="0" t="39"/>
          <a:stretch/>
        </p:blipFill>
        <p:spPr>
          <a:xfrm>
            <a:off x="8169375" y="3803400"/>
            <a:ext cx="713400" cy="712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8"/>
          <p:cNvSpPr/>
          <p:nvPr/>
        </p:nvSpPr>
        <p:spPr>
          <a:xfrm>
            <a:off x="228600" y="236700"/>
            <a:ext cx="5691300" cy="42786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35" name="Google Shape;635;p68"/>
          <p:cNvSpPr txBox="1"/>
          <p:nvPr>
            <p:ph type="title"/>
          </p:nvPr>
        </p:nvSpPr>
        <p:spPr>
          <a:xfrm>
            <a:off x="571350" y="475199"/>
            <a:ext cx="2277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Sketch 1</a:t>
            </a:r>
            <a:endParaRPr/>
          </a:p>
        </p:txBody>
      </p:sp>
      <p:sp>
        <p:nvSpPr>
          <p:cNvPr id="636" name="Google Shape;636;p68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68"/>
          <p:cNvSpPr txBox="1"/>
          <p:nvPr>
            <p:ph idx="16" type="body"/>
          </p:nvPr>
        </p:nvSpPr>
        <p:spPr>
          <a:xfrm>
            <a:off x="6374725" y="367800"/>
            <a:ext cx="2277300" cy="40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 u="sng">
                <a:latin typeface="Nunito"/>
                <a:ea typeface="Nunito"/>
                <a:cs typeface="Nunito"/>
                <a:sym typeface="Nunito"/>
              </a:rPr>
              <a:t>Full Insole Pressure Sensor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Full-length shoe insole insert with built-in pressure sensors placed at the ball of the foot, heel, arch, and the base of the pinky toe.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Thin sensors ensure comfort while accurately tracking pressure distribution.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Data is sent to an app on the user’s phone or smartwatch, and displayed through graphs and charts.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Fits into various shoe types while maintaining durability and waterproofing.</a:t>
            </a:r>
            <a:endParaRPr sz="1200">
              <a:solidFill>
                <a:srgbClr val="5C596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8" name="Google Shape;63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913" y="1020803"/>
            <a:ext cx="4978675" cy="3185609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9"/>
          <p:cNvSpPr/>
          <p:nvPr/>
        </p:nvSpPr>
        <p:spPr>
          <a:xfrm>
            <a:off x="228600" y="236700"/>
            <a:ext cx="5691300" cy="42786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4" name="Google Shape;644;p69"/>
          <p:cNvSpPr txBox="1"/>
          <p:nvPr>
            <p:ph type="title"/>
          </p:nvPr>
        </p:nvSpPr>
        <p:spPr>
          <a:xfrm>
            <a:off x="571350" y="475199"/>
            <a:ext cx="2277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Sketch 2</a:t>
            </a:r>
            <a:endParaRPr/>
          </a:p>
        </p:txBody>
      </p:sp>
      <p:sp>
        <p:nvSpPr>
          <p:cNvPr id="645" name="Google Shape;645;p69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6" name="Google Shape;646;p69"/>
          <p:cNvSpPr txBox="1"/>
          <p:nvPr>
            <p:ph idx="16" type="body"/>
          </p:nvPr>
        </p:nvSpPr>
        <p:spPr>
          <a:xfrm>
            <a:off x="6374725" y="367800"/>
            <a:ext cx="2277300" cy="40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 u="sng">
                <a:latin typeface="Nunito"/>
                <a:ea typeface="Nunito"/>
                <a:cs typeface="Nunito"/>
                <a:sym typeface="Nunito"/>
              </a:rPr>
              <a:t>Lace Clip-On Sensor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"/>
              <a:buChar char="●"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Clips onto shoelaces and tracks rotation.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Nunito"/>
              <a:buChar char="●"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Designed to be as non-invasive as possible in order to prevent users from changing their movement patterns to account for the feeling of something beneath their foot with the insole design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Nunito"/>
              <a:buChar char="●"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Light, durable, waterproof, and a great option for footwear that doesn’t support custom insoles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47" name="Google Shape;64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925" y="1020800"/>
            <a:ext cx="4978674" cy="3185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0"/>
          <p:cNvSpPr/>
          <p:nvPr/>
        </p:nvSpPr>
        <p:spPr>
          <a:xfrm>
            <a:off x="3191400" y="236700"/>
            <a:ext cx="5691300" cy="42786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53" name="Google Shape;653;p70"/>
          <p:cNvSpPr txBox="1"/>
          <p:nvPr>
            <p:ph type="title"/>
          </p:nvPr>
        </p:nvSpPr>
        <p:spPr>
          <a:xfrm>
            <a:off x="571350" y="475199"/>
            <a:ext cx="2277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Sketch 3</a:t>
            </a:r>
            <a:endParaRPr/>
          </a:p>
        </p:txBody>
      </p:sp>
      <p:sp>
        <p:nvSpPr>
          <p:cNvPr id="654" name="Google Shape;654;p70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5" name="Google Shape;655;p70"/>
          <p:cNvSpPr txBox="1"/>
          <p:nvPr>
            <p:ph idx="16" type="body"/>
          </p:nvPr>
        </p:nvSpPr>
        <p:spPr>
          <a:xfrm>
            <a:off x="3433350" y="367800"/>
            <a:ext cx="5218500" cy="40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latin typeface="Nunito"/>
                <a:ea typeface="Nunito"/>
                <a:cs typeface="Nunito"/>
                <a:sym typeface="Nunito"/>
              </a:rPr>
              <a:t>Mobile Foot Fitness App</a:t>
            </a:r>
            <a:endParaRPr b="1" sz="1400" u="sng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 u="sng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App syncs to the sensor and visualizes data in a way that is easy to understand like graphs and charts.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Compatible with all types of phones as well as smart watches for user convenience. 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Collected data will be sharable with trusted professionals to ensure the user gets the proper feedback to help make the necessary corrections. 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56" name="Google Shape;65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825" y="1020799"/>
            <a:ext cx="2025941" cy="3185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1"/>
          <p:cNvSpPr txBox="1"/>
          <p:nvPr>
            <p:ph idx="2" type="title"/>
          </p:nvPr>
        </p:nvSpPr>
        <p:spPr>
          <a:xfrm>
            <a:off x="653250" y="1937719"/>
            <a:ext cx="78375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Storyboards</a:t>
            </a:r>
            <a:endParaRPr sz="7000"/>
          </a:p>
        </p:txBody>
      </p:sp>
      <p:sp>
        <p:nvSpPr>
          <p:cNvPr id="662" name="Google Shape;662;p71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Karate icon." id="663" name="Google Shape;663;p7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2074" y="3803401"/>
            <a:ext cx="713400" cy="7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2"/>
          <p:cNvSpPr txBox="1"/>
          <p:nvPr>
            <p:ph type="title"/>
          </p:nvPr>
        </p:nvSpPr>
        <p:spPr>
          <a:xfrm>
            <a:off x="457200" y="457200"/>
            <a:ext cx="8202300" cy="4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Storyboard 1</a:t>
            </a:r>
            <a:endParaRPr sz="3800"/>
          </a:p>
        </p:txBody>
      </p:sp>
      <p:sp>
        <p:nvSpPr>
          <p:cNvPr id="669" name="Google Shape;669;p72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0" name="Google Shape;670;p72"/>
          <p:cNvSpPr txBox="1"/>
          <p:nvPr>
            <p:ph idx="2" type="body"/>
          </p:nvPr>
        </p:nvSpPr>
        <p:spPr>
          <a:xfrm>
            <a:off x="421519" y="1218526"/>
            <a:ext cx="2415300" cy="30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62626"/>
                </a:solidFill>
              </a:rPr>
              <a:t>Task:</a:t>
            </a:r>
            <a:br>
              <a:rPr b="1" lang="en" sz="1300">
                <a:solidFill>
                  <a:srgbClr val="262626"/>
                </a:solidFill>
              </a:rPr>
            </a:br>
            <a:r>
              <a:rPr b="1" lang="en" sz="1300">
                <a:solidFill>
                  <a:srgbClr val="262626"/>
                </a:solidFill>
              </a:rPr>
              <a:t>Knowing how one’s feet are positioned during activities</a:t>
            </a:r>
            <a:endParaRPr b="1" sz="1300">
              <a:solidFill>
                <a:srgbClr val="26262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62626"/>
                </a:solidFill>
              </a:rPr>
              <a:t>The insole design proved to be ideal for our most important task and the </a:t>
            </a:r>
            <a:r>
              <a:rPr lang="en" sz="1300">
                <a:solidFill>
                  <a:srgbClr val="262626"/>
                </a:solidFill>
              </a:rPr>
              <a:t>desires </a:t>
            </a:r>
            <a:r>
              <a:rPr lang="en" sz="1300">
                <a:solidFill>
                  <a:srgbClr val="262626"/>
                </a:solidFill>
              </a:rPr>
              <a:t>of our interviewees.</a:t>
            </a:r>
            <a:endParaRPr sz="1300">
              <a:solidFill>
                <a:srgbClr val="26262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62626"/>
                </a:solidFill>
              </a:rPr>
              <a:t>It provides the best surface coverage for posture tracking while still being versatile for a wide range of activities.</a:t>
            </a:r>
            <a:endParaRPr sz="13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700">
              <a:solidFill>
                <a:srgbClr val="262626"/>
              </a:solidFill>
            </a:endParaRPr>
          </a:p>
        </p:txBody>
      </p:sp>
      <p:cxnSp>
        <p:nvCxnSpPr>
          <p:cNvPr id="671" name="Google Shape;671;p72"/>
          <p:cNvCxnSpPr/>
          <p:nvPr/>
        </p:nvCxnSpPr>
        <p:spPr>
          <a:xfrm flipH="1" rot="10800000">
            <a:off x="421525" y="1050268"/>
            <a:ext cx="78351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2" name="Google Shape;672;p72" title="hcistory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408" y="1218552"/>
            <a:ext cx="5107224" cy="31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6666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3"/>
          <p:cNvSpPr txBox="1"/>
          <p:nvPr>
            <p:ph type="title"/>
          </p:nvPr>
        </p:nvSpPr>
        <p:spPr>
          <a:xfrm>
            <a:off x="457200" y="457200"/>
            <a:ext cx="8202300" cy="4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Storyboard 2</a:t>
            </a:r>
            <a:endParaRPr sz="3800"/>
          </a:p>
        </p:txBody>
      </p:sp>
      <p:sp>
        <p:nvSpPr>
          <p:cNvPr id="678" name="Google Shape;678;p73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79" name="Google Shape;679;p73"/>
          <p:cNvCxnSpPr/>
          <p:nvPr/>
        </p:nvCxnSpPr>
        <p:spPr>
          <a:xfrm flipH="1" rot="10800000">
            <a:off x="421525" y="1050268"/>
            <a:ext cx="78351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80" name="Google Shape;68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9363" y="1218551"/>
            <a:ext cx="4493624" cy="308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73"/>
          <p:cNvSpPr txBox="1"/>
          <p:nvPr>
            <p:ph idx="2" type="body"/>
          </p:nvPr>
        </p:nvSpPr>
        <p:spPr>
          <a:xfrm>
            <a:off x="421527" y="1218525"/>
            <a:ext cx="3150300" cy="30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62626"/>
                </a:solidFill>
              </a:rPr>
              <a:t>Task:</a:t>
            </a:r>
            <a:br>
              <a:rPr b="1" lang="en" sz="1300">
                <a:solidFill>
                  <a:srgbClr val="262626"/>
                </a:solidFill>
              </a:rPr>
            </a:br>
            <a:r>
              <a:rPr b="1" lang="en" sz="1300">
                <a:solidFill>
                  <a:srgbClr val="262626"/>
                </a:solidFill>
              </a:rPr>
              <a:t>Use an app to see health and fitness data visuals</a:t>
            </a:r>
            <a:endParaRPr b="1" sz="1300">
              <a:solidFill>
                <a:srgbClr val="26262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62626"/>
                </a:solidFill>
              </a:rPr>
              <a:t>Without an interface for the tracking data, our goals of accessibility and real-time feedback are not met.</a:t>
            </a:r>
            <a:endParaRPr sz="1300">
              <a:solidFill>
                <a:srgbClr val="26262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62626"/>
                </a:solidFill>
              </a:rPr>
              <a:t>An app translates tracking data into clear insight and digestible information. It helps users and professionals in visualizing and understanding foot posture issues.</a:t>
            </a:r>
            <a:endParaRPr sz="13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70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4"/>
          <p:cNvSpPr txBox="1"/>
          <p:nvPr>
            <p:ph idx="2" type="title"/>
          </p:nvPr>
        </p:nvSpPr>
        <p:spPr>
          <a:xfrm>
            <a:off x="653250" y="1937719"/>
            <a:ext cx="78375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687" name="Google Shape;687;p74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steps icon." id="688" name="Google Shape;688;p7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2074" y="3803401"/>
            <a:ext cx="713400" cy="7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5"/>
          <p:cNvSpPr txBox="1"/>
          <p:nvPr>
            <p:ph idx="1" type="subTitle"/>
          </p:nvPr>
        </p:nvSpPr>
        <p:spPr>
          <a:xfrm>
            <a:off x="311700" y="537250"/>
            <a:ext cx="8520600" cy="22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Contributions:</a:t>
            </a:r>
            <a:endParaRPr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Evan Bohler: 40% –  </a:t>
            </a:r>
            <a:r>
              <a:rPr lang="en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helped organize presentation, presented</a:t>
            </a:r>
            <a:endParaRPr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Charlie Whittleman: 35% – </a:t>
            </a:r>
            <a:r>
              <a:rPr lang="en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presented</a:t>
            </a:r>
            <a:endParaRPr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Jayme Greer: 25% – </a:t>
            </a:r>
            <a:r>
              <a:rPr lang="en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helped organize presentation, will present next time</a:t>
            </a:r>
            <a:endParaRPr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Sophia Miller: 0% – </a:t>
            </a:r>
            <a:r>
              <a:rPr lang="en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will present next time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rand Style Guides">
  <a:themeElements>
    <a:clrScheme name="Simple Light">
      <a:dk1>
        <a:srgbClr val="000000"/>
      </a:dk1>
      <a:lt1>
        <a:srgbClr val="FFFFFF"/>
      </a:lt1>
      <a:dk2>
        <a:srgbClr val="B8B8B8"/>
      </a:dk2>
      <a:lt2>
        <a:srgbClr val="646464"/>
      </a:lt2>
      <a:accent1>
        <a:srgbClr val="299B5B"/>
      </a:accent1>
      <a:accent2>
        <a:srgbClr val="F3ECE9"/>
      </a:accent2>
      <a:accent3>
        <a:srgbClr val="01B6E1"/>
      </a:accent3>
      <a:accent4>
        <a:srgbClr val="F6F6F6"/>
      </a:accent4>
      <a:accent5>
        <a:srgbClr val="FFCA08"/>
      </a:accent5>
      <a:accent6>
        <a:srgbClr val="BF003D"/>
      </a:accent6>
      <a:hlink>
        <a:srgbClr val="6287C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